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nSpc>
                <a:spcPct val="83000"/>
              </a:lnSpc>
            </a:pPr>
            <a:r>
              <a:rPr lang="en-GB" sz="1800" b="0" strike="noStrike" spc="-1">
                <a:solidFill>
                  <a:schemeClr val="dk1"/>
                </a:solidFill>
                <a:latin typeface="Calibri"/>
              </a:rPr>
              <a:t>Для переміщення сторінки клацніть мишею</a:t>
            </a:r>
          </a:p>
        </p:txBody>
      </p:sp>
      <p:sp>
        <p:nvSpPr>
          <p:cNvPr id="7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uk-UA" sz="2000" b="0" strike="noStrike" spc="-1">
                <a:solidFill>
                  <a:srgbClr val="000000"/>
                </a:solidFill>
                <a:latin typeface="Calibri"/>
              </a:rPr>
              <a:t>Для редагування формату приміток клацніть мишею</a:t>
            </a:r>
          </a:p>
        </p:txBody>
      </p:sp>
      <p:sp>
        <p:nvSpPr>
          <p:cNvPr id="7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uk-UA" sz="1400" b="0" strike="noStrike" spc="-1">
                <a:solidFill>
                  <a:srgbClr val="000000"/>
                </a:solidFill>
                <a:latin typeface="Calibri"/>
              </a:rPr>
              <a:t>&lt;верхній колонтитул&gt;</a:t>
            </a:r>
          </a:p>
        </p:txBody>
      </p:sp>
      <p:sp>
        <p:nvSpPr>
          <p:cNvPr id="72"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uk-UA" sz="1400" b="0" strike="noStrike" spc="-1">
                <a:solidFill>
                  <a:srgbClr val="000000"/>
                </a:solidFill>
                <a:latin typeface="Calibri"/>
              </a:defRPr>
            </a:lvl1pPr>
          </a:lstStyle>
          <a:p>
            <a:pPr indent="0" algn="r">
              <a:buNone/>
            </a:pPr>
            <a:r>
              <a:rPr lang="uk-UA" sz="1400" b="0" strike="noStrike" spc="-1">
                <a:solidFill>
                  <a:srgbClr val="000000"/>
                </a:solidFill>
                <a:latin typeface="Calibri"/>
              </a:rPr>
              <a:t>&lt;дата/час&gt;</a:t>
            </a:r>
          </a:p>
        </p:txBody>
      </p:sp>
      <p:sp>
        <p:nvSpPr>
          <p:cNvPr id="73"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&lt;нижній колонтитул&gt;</a:t>
            </a:r>
          </a:p>
        </p:txBody>
      </p:sp>
      <p:sp>
        <p:nvSpPr>
          <p:cNvPr id="74"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uk-UA" sz="1400" b="0" strike="noStrike" spc="-1">
                <a:solidFill>
                  <a:srgbClr val="000000"/>
                </a:solidFill>
                <a:latin typeface="Calibri"/>
              </a:defRPr>
            </a:lvl1pPr>
          </a:lstStyle>
          <a:p>
            <a:pPr indent="0" algn="r">
              <a:buNone/>
            </a:pPr>
            <a:fld id="{057F2CCD-3996-4B7E-B0EB-CF14E4ECC645}" type="slidenum">
              <a:rPr lang="uk-UA" sz="1400" b="0" strike="noStrike" spc="-1">
                <a:solidFill>
                  <a:srgbClr val="000000"/>
                </a:solidFill>
                <a:latin typeface="Calibri"/>
              </a:rPr>
              <a:t>‹#›</a:t>
            </a:fld>
            <a:endParaRPr lang="uk-UA"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sldNum" idx="28"/>
          </p:nvPr>
        </p:nvSpPr>
        <p:spPr>
          <a:xfrm>
            <a:off x="4278240" y="10156680"/>
            <a:ext cx="3279240" cy="533160"/>
          </a:xfrm>
          <a:prstGeom prst="rect">
            <a:avLst/>
          </a:prstGeom>
          <a:noFill/>
          <a:ln w="0">
            <a:noFill/>
          </a:ln>
        </p:spPr>
        <p:txBody>
          <a:bodyPr lIns="0" tIns="0" rIns="0" bIns="0" numCol="1" spcCol="0" anchor="b">
            <a:noAutofit/>
          </a:bodyPr>
          <a:lstStyle>
            <a:lvl1pPr indent="0" algn="r">
              <a:lnSpc>
                <a:spcPct val="83000"/>
              </a:lnSpc>
              <a:spcBef>
                <a:spcPts val="14"/>
              </a:spcBef>
              <a:spcAft>
                <a:spcPts val="14"/>
              </a:spcAft>
              <a:buNone/>
              <a:tabLst>
                <a:tab pos="914400" algn="l"/>
                <a:tab pos="1828800" algn="l"/>
                <a:tab pos="2743200" algn="l"/>
              </a:tabLst>
              <a:defRPr lang="en-GB" sz="1400" b="0" strike="noStrike" spc="-1">
                <a:solidFill>
                  <a:srgbClr val="000000"/>
                </a:solidFill>
                <a:latin typeface="Calibri"/>
                <a:ea typeface="DejaVu Sans"/>
              </a:defRPr>
            </a:lvl1pPr>
          </a:lstStyle>
          <a:p>
            <a:pPr indent="0" algn="r">
              <a:lnSpc>
                <a:spcPct val="83000"/>
              </a:lnSpc>
              <a:spcBef>
                <a:spcPts val="14"/>
              </a:spcBef>
              <a:spcAft>
                <a:spcPts val="14"/>
              </a:spcAft>
              <a:buNone/>
              <a:tabLst>
                <a:tab pos="914400" algn="l"/>
                <a:tab pos="1828800" algn="l"/>
                <a:tab pos="2743200" algn="l"/>
              </a:tabLst>
            </a:pPr>
            <a:fld id="{B10E8E4B-2E9F-490F-8189-FC78C9AA12FB}" type="slidenum">
              <a:rPr lang="en-GB" sz="1400" b="0" strike="noStrike" spc="-1">
                <a:solidFill>
                  <a:srgbClr val="000000"/>
                </a:solidFill>
                <a:latin typeface="Calibri"/>
                <a:ea typeface="DejaVu Sans"/>
              </a:rPr>
              <a:t>1</a:t>
            </a:fld>
            <a:endParaRPr lang="uk-UA" sz="1400" b="0" strike="noStrike" spc="-1">
              <a:solidFill>
                <a:srgbClr val="000000"/>
              </a:solidFill>
              <a:latin typeface="Calibri"/>
            </a:endParaRPr>
          </a:p>
        </p:txBody>
      </p:sp>
      <p:sp>
        <p:nvSpPr>
          <p:cNvPr id="94" name="PlaceHolder 2"/>
          <p:cNvSpPr>
            <a:spLocks noGrp="1" noRot="1" noChangeAspect="1"/>
          </p:cNvSpPr>
          <p:nvPr>
            <p:ph type="sldImg"/>
          </p:nvPr>
        </p:nvSpPr>
        <p:spPr>
          <a:xfrm>
            <a:off x="217488" y="812800"/>
            <a:ext cx="7124700" cy="4008438"/>
          </a:xfrm>
          <a:prstGeom prst="rect">
            <a:avLst/>
          </a:prstGeom>
          <a:ln w="0">
            <a:noFill/>
          </a:ln>
        </p:spPr>
      </p:sp>
      <p:sp>
        <p:nvSpPr>
          <p:cNvPr id="95" name="PlaceHolder 3"/>
          <p:cNvSpPr>
            <a:spLocks noGrp="1"/>
          </p:cNvSpPr>
          <p:nvPr>
            <p:ph type="body"/>
          </p:nvPr>
        </p:nvSpPr>
        <p:spPr>
          <a:xfrm>
            <a:off x="755640" y="5078520"/>
            <a:ext cx="6048000" cy="4811400"/>
          </a:xfrm>
          <a:prstGeom prst="rect">
            <a:avLst/>
          </a:prstGeom>
          <a:noFill/>
          <a:ln w="0">
            <a:noFill/>
          </a:ln>
        </p:spPr>
        <p:txBody>
          <a:bodyPr lIns="0" tIns="0" rIns="0" bIns="0" numCol="1" spcCol="0" anchor="ctr">
            <a:noAutofit/>
          </a:bodyPr>
          <a:lstStyle/>
          <a:p>
            <a:pPr marL="216000" indent="-216000">
              <a:buNone/>
            </a:pPr>
            <a:endParaRPr lang="uk-UA" sz="18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sldNum" idx="29"/>
          </p:nvPr>
        </p:nvSpPr>
        <p:spPr>
          <a:xfrm>
            <a:off x="4278240" y="10156680"/>
            <a:ext cx="3279240" cy="533160"/>
          </a:xfrm>
          <a:prstGeom prst="rect">
            <a:avLst/>
          </a:prstGeom>
          <a:noFill/>
          <a:ln w="0">
            <a:noFill/>
          </a:ln>
        </p:spPr>
        <p:txBody>
          <a:bodyPr lIns="0" tIns="0" rIns="0" bIns="0" numCol="1" spcCol="0" anchor="b">
            <a:noAutofit/>
          </a:bodyPr>
          <a:lstStyle>
            <a:lvl1pPr indent="0" algn="r">
              <a:lnSpc>
                <a:spcPct val="83000"/>
              </a:lnSpc>
              <a:spcBef>
                <a:spcPts val="14"/>
              </a:spcBef>
              <a:spcAft>
                <a:spcPts val="14"/>
              </a:spcAft>
              <a:buNone/>
              <a:tabLst>
                <a:tab pos="914400" algn="l"/>
                <a:tab pos="1828800" algn="l"/>
                <a:tab pos="2743200" algn="l"/>
              </a:tabLst>
              <a:defRPr lang="en-GB" sz="1400" b="0" strike="noStrike" spc="-1">
                <a:solidFill>
                  <a:srgbClr val="000000"/>
                </a:solidFill>
                <a:latin typeface="Calibri"/>
                <a:ea typeface="DejaVu Sans"/>
              </a:defRPr>
            </a:lvl1pPr>
          </a:lstStyle>
          <a:p>
            <a:pPr indent="0" algn="r">
              <a:lnSpc>
                <a:spcPct val="83000"/>
              </a:lnSpc>
              <a:spcBef>
                <a:spcPts val="14"/>
              </a:spcBef>
              <a:spcAft>
                <a:spcPts val="14"/>
              </a:spcAft>
              <a:buNone/>
              <a:tabLst>
                <a:tab pos="914400" algn="l"/>
                <a:tab pos="1828800" algn="l"/>
                <a:tab pos="2743200" algn="l"/>
              </a:tabLst>
            </a:pPr>
            <a:fld id="{722D5A21-5040-4F9E-9969-24FD4193D4D7}" type="slidenum">
              <a:rPr lang="en-GB" sz="1400" b="0" strike="noStrike" spc="-1">
                <a:solidFill>
                  <a:srgbClr val="000000"/>
                </a:solidFill>
                <a:latin typeface="Calibri"/>
                <a:ea typeface="DejaVu Sans"/>
              </a:rPr>
              <a:t>2</a:t>
            </a:fld>
            <a:endParaRPr lang="uk-UA" sz="1400" b="0" strike="noStrike" spc="-1">
              <a:solidFill>
                <a:srgbClr val="000000"/>
              </a:solidFill>
              <a:latin typeface="Calibri"/>
            </a:endParaRPr>
          </a:p>
        </p:txBody>
      </p:sp>
      <p:sp>
        <p:nvSpPr>
          <p:cNvPr id="97" name="PlaceHolder 2"/>
          <p:cNvSpPr>
            <a:spLocks noGrp="1" noRot="1" noChangeAspect="1"/>
          </p:cNvSpPr>
          <p:nvPr>
            <p:ph type="sldImg"/>
          </p:nvPr>
        </p:nvSpPr>
        <p:spPr>
          <a:xfrm>
            <a:off x="217440" y="812880"/>
            <a:ext cx="7124400" cy="4008240"/>
          </a:xfrm>
          <a:prstGeom prst="rect">
            <a:avLst/>
          </a:prstGeom>
          <a:ln w="0">
            <a:noFill/>
          </a:ln>
        </p:spPr>
      </p:sp>
      <p:sp>
        <p:nvSpPr>
          <p:cNvPr id="98" name="PlaceHolder 3"/>
          <p:cNvSpPr>
            <a:spLocks noGrp="1"/>
          </p:cNvSpPr>
          <p:nvPr>
            <p:ph type="body"/>
          </p:nvPr>
        </p:nvSpPr>
        <p:spPr>
          <a:xfrm>
            <a:off x="755640" y="5078520"/>
            <a:ext cx="6048000" cy="4811400"/>
          </a:xfrm>
          <a:prstGeom prst="rect">
            <a:avLst/>
          </a:prstGeom>
          <a:noFill/>
          <a:ln w="0">
            <a:noFill/>
          </a:ln>
        </p:spPr>
        <p:txBody>
          <a:bodyPr lIns="0" tIns="0" rIns="0" bIns="0" numCol="1" spcCol="0" anchor="ctr">
            <a:noAutofit/>
          </a:bodyPr>
          <a:lstStyle/>
          <a:p>
            <a:pPr marL="216000" indent="-216000">
              <a:buNone/>
            </a:pPr>
            <a:endParaRPr lang="uk-UA" sz="1800" b="0" strike="noStrike" spc="-1">
              <a:solidFill>
                <a:srgbClr val="000000"/>
              </a:solidFill>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sldNum" idx="30"/>
          </p:nvPr>
        </p:nvSpPr>
        <p:spPr>
          <a:xfrm>
            <a:off x="4278240" y="10156680"/>
            <a:ext cx="3279240" cy="533160"/>
          </a:xfrm>
          <a:prstGeom prst="rect">
            <a:avLst/>
          </a:prstGeom>
          <a:noFill/>
          <a:ln w="0">
            <a:noFill/>
          </a:ln>
        </p:spPr>
        <p:txBody>
          <a:bodyPr lIns="0" tIns="0" rIns="0" bIns="0" numCol="1" spcCol="0" anchor="b">
            <a:noAutofit/>
          </a:bodyPr>
          <a:lstStyle>
            <a:lvl1pPr indent="0" algn="r">
              <a:lnSpc>
                <a:spcPct val="83000"/>
              </a:lnSpc>
              <a:spcBef>
                <a:spcPts val="14"/>
              </a:spcBef>
              <a:spcAft>
                <a:spcPts val="14"/>
              </a:spcAft>
              <a:buNone/>
              <a:tabLst>
                <a:tab pos="914400" algn="l"/>
                <a:tab pos="1828800" algn="l"/>
                <a:tab pos="2743200" algn="l"/>
              </a:tabLst>
              <a:defRPr lang="en-GB" sz="1400" b="0" strike="noStrike" spc="-1">
                <a:solidFill>
                  <a:srgbClr val="000000"/>
                </a:solidFill>
                <a:latin typeface="Calibri"/>
                <a:ea typeface="DejaVu Sans"/>
              </a:defRPr>
            </a:lvl1pPr>
          </a:lstStyle>
          <a:p>
            <a:pPr indent="0" algn="r">
              <a:lnSpc>
                <a:spcPct val="83000"/>
              </a:lnSpc>
              <a:spcBef>
                <a:spcPts val="14"/>
              </a:spcBef>
              <a:spcAft>
                <a:spcPts val="14"/>
              </a:spcAft>
              <a:buNone/>
              <a:tabLst>
                <a:tab pos="914400" algn="l"/>
                <a:tab pos="1828800" algn="l"/>
                <a:tab pos="2743200" algn="l"/>
              </a:tabLst>
            </a:pPr>
            <a:fld id="{D73A00EB-0920-4CD6-B0BA-502841282074}" type="slidenum">
              <a:rPr lang="en-GB" sz="1400" b="0" strike="noStrike" spc="-1">
                <a:solidFill>
                  <a:srgbClr val="000000"/>
                </a:solidFill>
                <a:latin typeface="Calibri"/>
                <a:ea typeface="DejaVu Sans"/>
              </a:rPr>
              <a:t>3</a:t>
            </a:fld>
            <a:endParaRPr lang="uk-UA" sz="1400" b="0" strike="noStrike" spc="-1">
              <a:solidFill>
                <a:srgbClr val="000000"/>
              </a:solidFill>
              <a:latin typeface="Calibri"/>
            </a:endParaRPr>
          </a:p>
        </p:txBody>
      </p:sp>
      <p:sp>
        <p:nvSpPr>
          <p:cNvPr id="100" name="PlaceHolder 2"/>
          <p:cNvSpPr>
            <a:spLocks noGrp="1" noRot="1" noChangeAspect="1"/>
          </p:cNvSpPr>
          <p:nvPr>
            <p:ph type="sldImg"/>
          </p:nvPr>
        </p:nvSpPr>
        <p:spPr>
          <a:xfrm>
            <a:off x="217488" y="812800"/>
            <a:ext cx="7124700" cy="4008438"/>
          </a:xfrm>
          <a:prstGeom prst="rect">
            <a:avLst/>
          </a:prstGeom>
          <a:ln w="0">
            <a:noFill/>
          </a:ln>
        </p:spPr>
      </p:sp>
      <p:sp>
        <p:nvSpPr>
          <p:cNvPr id="101" name="PlaceHolder 3"/>
          <p:cNvSpPr>
            <a:spLocks noGrp="1"/>
          </p:cNvSpPr>
          <p:nvPr>
            <p:ph type="body"/>
          </p:nvPr>
        </p:nvSpPr>
        <p:spPr>
          <a:xfrm>
            <a:off x="755640" y="5078520"/>
            <a:ext cx="6048000" cy="4811400"/>
          </a:xfrm>
          <a:prstGeom prst="rect">
            <a:avLst/>
          </a:prstGeom>
          <a:noFill/>
          <a:ln w="0">
            <a:noFill/>
          </a:ln>
        </p:spPr>
        <p:txBody>
          <a:bodyPr lIns="0" tIns="0" rIns="0" bIns="0" numCol="1" spcCol="0" anchor="ctr">
            <a:noAutofit/>
          </a:bodyPr>
          <a:lstStyle/>
          <a:p>
            <a:pPr marL="216000" indent="-216000">
              <a:buNone/>
            </a:pPr>
            <a:endParaRPr lang="uk-UA" sz="1800" b="0" strike="noStrike" spc="-1">
              <a:solidFill>
                <a:srgbClr val="000000"/>
              </a:solidFill>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sldNum" idx="31"/>
          </p:nvPr>
        </p:nvSpPr>
        <p:spPr>
          <a:xfrm>
            <a:off x="4278240" y="10156680"/>
            <a:ext cx="3279240" cy="533160"/>
          </a:xfrm>
          <a:prstGeom prst="rect">
            <a:avLst/>
          </a:prstGeom>
          <a:noFill/>
          <a:ln w="0">
            <a:noFill/>
          </a:ln>
        </p:spPr>
        <p:txBody>
          <a:bodyPr lIns="0" tIns="0" rIns="0" bIns="0" numCol="1" spcCol="0" anchor="b">
            <a:noAutofit/>
          </a:bodyPr>
          <a:lstStyle>
            <a:lvl1pPr indent="0" algn="r">
              <a:lnSpc>
                <a:spcPct val="83000"/>
              </a:lnSpc>
              <a:spcBef>
                <a:spcPts val="14"/>
              </a:spcBef>
              <a:spcAft>
                <a:spcPts val="14"/>
              </a:spcAft>
              <a:buNone/>
              <a:tabLst>
                <a:tab pos="914400" algn="l"/>
                <a:tab pos="1828800" algn="l"/>
                <a:tab pos="2743200" algn="l"/>
              </a:tabLst>
              <a:defRPr lang="en-GB" sz="1400" b="0" strike="noStrike" spc="-1">
                <a:solidFill>
                  <a:srgbClr val="000000"/>
                </a:solidFill>
                <a:latin typeface="Calibri"/>
                <a:ea typeface="DejaVu Sans"/>
              </a:defRPr>
            </a:lvl1pPr>
          </a:lstStyle>
          <a:p>
            <a:pPr indent="0" algn="r">
              <a:lnSpc>
                <a:spcPct val="83000"/>
              </a:lnSpc>
              <a:spcBef>
                <a:spcPts val="14"/>
              </a:spcBef>
              <a:spcAft>
                <a:spcPts val="14"/>
              </a:spcAft>
              <a:buNone/>
              <a:tabLst>
                <a:tab pos="914400" algn="l"/>
                <a:tab pos="1828800" algn="l"/>
                <a:tab pos="2743200" algn="l"/>
              </a:tabLst>
            </a:pPr>
            <a:fld id="{2225BE05-77DC-437C-9C89-4EBDC39352E3}" type="slidenum">
              <a:rPr lang="en-GB" sz="1400" b="0" strike="noStrike" spc="-1">
                <a:solidFill>
                  <a:srgbClr val="000000"/>
                </a:solidFill>
                <a:latin typeface="Calibri"/>
                <a:ea typeface="DejaVu Sans"/>
              </a:rPr>
              <a:t>4</a:t>
            </a:fld>
            <a:endParaRPr lang="uk-UA" sz="1400" b="0" strike="noStrike" spc="-1">
              <a:solidFill>
                <a:srgbClr val="000000"/>
              </a:solidFill>
              <a:latin typeface="Calibri"/>
            </a:endParaRPr>
          </a:p>
        </p:txBody>
      </p:sp>
      <p:sp>
        <p:nvSpPr>
          <p:cNvPr id="103" name="PlaceHolder 2"/>
          <p:cNvSpPr>
            <a:spLocks noGrp="1" noRot="1" noChangeAspect="1"/>
          </p:cNvSpPr>
          <p:nvPr>
            <p:ph type="sldImg"/>
          </p:nvPr>
        </p:nvSpPr>
        <p:spPr>
          <a:xfrm>
            <a:off x="217440" y="812880"/>
            <a:ext cx="7124400" cy="4008240"/>
          </a:xfrm>
          <a:prstGeom prst="rect">
            <a:avLst/>
          </a:prstGeom>
          <a:ln w="0">
            <a:noFill/>
          </a:ln>
        </p:spPr>
      </p:sp>
      <p:sp>
        <p:nvSpPr>
          <p:cNvPr id="104" name="PlaceHolder 3"/>
          <p:cNvSpPr>
            <a:spLocks noGrp="1"/>
          </p:cNvSpPr>
          <p:nvPr>
            <p:ph type="body"/>
          </p:nvPr>
        </p:nvSpPr>
        <p:spPr>
          <a:xfrm>
            <a:off x="755640" y="5078520"/>
            <a:ext cx="6048000" cy="4811400"/>
          </a:xfrm>
          <a:prstGeom prst="rect">
            <a:avLst/>
          </a:prstGeom>
          <a:noFill/>
          <a:ln w="0">
            <a:noFill/>
          </a:ln>
        </p:spPr>
        <p:txBody>
          <a:bodyPr lIns="0" tIns="0" rIns="0" bIns="0" numCol="1" spcCol="0" anchor="ctr">
            <a:noAutofit/>
          </a:bodyPr>
          <a:lstStyle/>
          <a:p>
            <a:pPr marL="216000" indent="-216000">
              <a:buNone/>
            </a:pPr>
            <a:endParaRPr lang="uk-UA" sz="1800" b="0" strike="noStrike" spc="-1">
              <a:solidFill>
                <a:srgbClr val="000000"/>
              </a:solidFill>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sldNum" idx="32"/>
          </p:nvPr>
        </p:nvSpPr>
        <p:spPr>
          <a:xfrm>
            <a:off x="4278240" y="10156680"/>
            <a:ext cx="3279240" cy="533160"/>
          </a:xfrm>
          <a:prstGeom prst="rect">
            <a:avLst/>
          </a:prstGeom>
          <a:noFill/>
          <a:ln w="0">
            <a:noFill/>
          </a:ln>
        </p:spPr>
        <p:txBody>
          <a:bodyPr lIns="0" tIns="0" rIns="0" bIns="0" numCol="1" spcCol="0" anchor="b">
            <a:noAutofit/>
          </a:bodyPr>
          <a:lstStyle>
            <a:lvl1pPr indent="0" algn="r">
              <a:lnSpc>
                <a:spcPct val="83000"/>
              </a:lnSpc>
              <a:spcBef>
                <a:spcPts val="14"/>
              </a:spcBef>
              <a:spcAft>
                <a:spcPts val="14"/>
              </a:spcAft>
              <a:buNone/>
              <a:tabLst>
                <a:tab pos="914400" algn="l"/>
                <a:tab pos="1828800" algn="l"/>
                <a:tab pos="2743200" algn="l"/>
              </a:tabLst>
              <a:defRPr lang="en-GB" sz="1400" b="0" strike="noStrike" spc="-1">
                <a:solidFill>
                  <a:srgbClr val="000000"/>
                </a:solidFill>
                <a:latin typeface="Calibri"/>
                <a:ea typeface="DejaVu Sans"/>
              </a:defRPr>
            </a:lvl1pPr>
          </a:lstStyle>
          <a:p>
            <a:pPr indent="0" algn="r">
              <a:lnSpc>
                <a:spcPct val="83000"/>
              </a:lnSpc>
              <a:spcBef>
                <a:spcPts val="14"/>
              </a:spcBef>
              <a:spcAft>
                <a:spcPts val="14"/>
              </a:spcAft>
              <a:buNone/>
              <a:tabLst>
                <a:tab pos="914400" algn="l"/>
                <a:tab pos="1828800" algn="l"/>
                <a:tab pos="2743200" algn="l"/>
              </a:tabLst>
            </a:pPr>
            <a:fld id="{F99BCFB3-8BFA-4CBD-A7EB-AF79BDF5AA2F}" type="slidenum">
              <a:rPr lang="en-GB" sz="1400" b="0" strike="noStrike" spc="-1">
                <a:solidFill>
                  <a:srgbClr val="000000"/>
                </a:solidFill>
                <a:latin typeface="Calibri"/>
                <a:ea typeface="DejaVu Sans"/>
              </a:rPr>
              <a:t>5</a:t>
            </a:fld>
            <a:endParaRPr lang="uk-UA" sz="1400" b="0" strike="noStrike" spc="-1">
              <a:solidFill>
                <a:srgbClr val="000000"/>
              </a:solidFill>
              <a:latin typeface="Calibri"/>
            </a:endParaRPr>
          </a:p>
        </p:txBody>
      </p:sp>
      <p:sp>
        <p:nvSpPr>
          <p:cNvPr id="106" name="PlaceHolder 2"/>
          <p:cNvSpPr>
            <a:spLocks noGrp="1" noRot="1" noChangeAspect="1"/>
          </p:cNvSpPr>
          <p:nvPr>
            <p:ph type="sldImg"/>
          </p:nvPr>
        </p:nvSpPr>
        <p:spPr>
          <a:xfrm>
            <a:off x="217488" y="812800"/>
            <a:ext cx="7124700" cy="4008438"/>
          </a:xfrm>
          <a:prstGeom prst="rect">
            <a:avLst/>
          </a:prstGeom>
          <a:ln w="0">
            <a:noFill/>
          </a:ln>
        </p:spPr>
      </p:sp>
      <p:sp>
        <p:nvSpPr>
          <p:cNvPr id="107" name="PlaceHolder 3"/>
          <p:cNvSpPr>
            <a:spLocks noGrp="1"/>
          </p:cNvSpPr>
          <p:nvPr>
            <p:ph type="body"/>
          </p:nvPr>
        </p:nvSpPr>
        <p:spPr>
          <a:xfrm>
            <a:off x="755640" y="5078520"/>
            <a:ext cx="6048000" cy="4811400"/>
          </a:xfrm>
          <a:prstGeom prst="rect">
            <a:avLst/>
          </a:prstGeom>
          <a:noFill/>
          <a:ln w="0">
            <a:noFill/>
          </a:ln>
        </p:spPr>
        <p:txBody>
          <a:bodyPr lIns="0" tIns="0" rIns="0" bIns="0" numCol="1" spcCol="0" anchor="ctr">
            <a:noAutofit/>
          </a:bodyPr>
          <a:lstStyle/>
          <a:p>
            <a:pPr marL="216000" indent="-216000">
              <a:buNone/>
            </a:pPr>
            <a:endParaRPr lang="uk-UA" sz="1800" b="0" strike="noStrike" spc="-1">
              <a:solidFill>
                <a:srgbClr val="000000"/>
              </a:solidFill>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sldNum" idx="33"/>
          </p:nvPr>
        </p:nvSpPr>
        <p:spPr>
          <a:xfrm>
            <a:off x="4278240" y="10156680"/>
            <a:ext cx="3279240" cy="533160"/>
          </a:xfrm>
          <a:prstGeom prst="rect">
            <a:avLst/>
          </a:prstGeom>
          <a:noFill/>
          <a:ln w="0">
            <a:noFill/>
          </a:ln>
        </p:spPr>
        <p:txBody>
          <a:bodyPr lIns="0" tIns="0" rIns="0" bIns="0" numCol="1" spcCol="0" anchor="b">
            <a:noAutofit/>
          </a:bodyPr>
          <a:lstStyle>
            <a:lvl1pPr indent="0" algn="r">
              <a:lnSpc>
                <a:spcPct val="83000"/>
              </a:lnSpc>
              <a:spcBef>
                <a:spcPts val="14"/>
              </a:spcBef>
              <a:spcAft>
                <a:spcPts val="14"/>
              </a:spcAft>
              <a:buNone/>
              <a:tabLst>
                <a:tab pos="914400" algn="l"/>
                <a:tab pos="1828800" algn="l"/>
                <a:tab pos="2743200" algn="l"/>
              </a:tabLst>
              <a:defRPr lang="en-GB" sz="1400" b="0" strike="noStrike" spc="-1">
                <a:solidFill>
                  <a:srgbClr val="000000"/>
                </a:solidFill>
                <a:latin typeface="Calibri"/>
                <a:ea typeface="DejaVu Sans"/>
              </a:defRPr>
            </a:lvl1pPr>
          </a:lstStyle>
          <a:p>
            <a:pPr indent="0" algn="r">
              <a:lnSpc>
                <a:spcPct val="83000"/>
              </a:lnSpc>
              <a:spcBef>
                <a:spcPts val="14"/>
              </a:spcBef>
              <a:spcAft>
                <a:spcPts val="14"/>
              </a:spcAft>
              <a:buNone/>
              <a:tabLst>
                <a:tab pos="914400" algn="l"/>
                <a:tab pos="1828800" algn="l"/>
                <a:tab pos="2743200" algn="l"/>
              </a:tabLst>
            </a:pPr>
            <a:fld id="{117852A0-E2E8-449C-9DF9-940C55AFE61F}" type="slidenum">
              <a:rPr lang="en-GB" sz="1400" b="0" strike="noStrike" spc="-1">
                <a:solidFill>
                  <a:srgbClr val="000000"/>
                </a:solidFill>
                <a:latin typeface="Calibri"/>
                <a:ea typeface="DejaVu Sans"/>
              </a:rPr>
              <a:t>6</a:t>
            </a:fld>
            <a:endParaRPr lang="uk-UA" sz="1400" b="0" strike="noStrike" spc="-1">
              <a:solidFill>
                <a:srgbClr val="000000"/>
              </a:solidFill>
              <a:latin typeface="Calibri"/>
            </a:endParaRPr>
          </a:p>
        </p:txBody>
      </p:sp>
      <p:sp>
        <p:nvSpPr>
          <p:cNvPr id="109" name="PlaceHolder 2"/>
          <p:cNvSpPr>
            <a:spLocks noGrp="1" noRot="1" noChangeAspect="1"/>
          </p:cNvSpPr>
          <p:nvPr>
            <p:ph type="sldImg"/>
          </p:nvPr>
        </p:nvSpPr>
        <p:spPr>
          <a:xfrm>
            <a:off x="217440" y="812880"/>
            <a:ext cx="7124400" cy="4008240"/>
          </a:xfrm>
          <a:prstGeom prst="rect">
            <a:avLst/>
          </a:prstGeom>
          <a:ln w="0">
            <a:noFill/>
          </a:ln>
        </p:spPr>
      </p:sp>
      <p:sp>
        <p:nvSpPr>
          <p:cNvPr id="110" name="PlaceHolder 3"/>
          <p:cNvSpPr>
            <a:spLocks noGrp="1"/>
          </p:cNvSpPr>
          <p:nvPr>
            <p:ph type="body"/>
          </p:nvPr>
        </p:nvSpPr>
        <p:spPr>
          <a:xfrm>
            <a:off x="755640" y="5078520"/>
            <a:ext cx="6048000" cy="4811400"/>
          </a:xfrm>
          <a:prstGeom prst="rect">
            <a:avLst/>
          </a:prstGeom>
          <a:noFill/>
          <a:ln w="0">
            <a:noFill/>
          </a:ln>
        </p:spPr>
        <p:txBody>
          <a:bodyPr lIns="0" tIns="0" rIns="0" bIns="0" numCol="1" spcCol="0" anchor="ctr">
            <a:noAutofit/>
          </a:bodyPr>
          <a:lstStyle/>
          <a:p>
            <a:pPr marL="216000" indent="-216000">
              <a:buNone/>
            </a:pPr>
            <a:endParaRPr lang="uk-UA" sz="1800" b="0" strike="noStrike" spc="-1">
              <a:solidFill>
                <a:srgbClr val="000000"/>
              </a:solidFill>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and Content">
    <p:bg>
      <p:bgPr>
        <a:solidFill>
          <a:srgbClr val="FFFFFF"/>
        </a:solidFill>
        <a:effectLst/>
      </p:bgPr>
    </p:bg>
    <p:spTree>
      <p:nvGrpSpPr>
        <p:cNvPr id="1" name=""/>
        <p:cNvGrpSpPr/>
        <p:nvPr/>
      </p:nvGrpSpPr>
      <p:grpSpPr>
        <a:xfrm>
          <a:off x="0" y="0"/>
          <a:ext cx="0" cy="0"/>
          <a:chOff x="0" y="0"/>
          <a:chExt cx="0" cy="0"/>
        </a:xfrm>
      </p:grpSpPr>
      <p:pic>
        <p:nvPicPr>
          <p:cNvPr id="8" name="Picture 1"/>
          <p:cNvPicPr/>
          <p:nvPr/>
        </p:nvPicPr>
        <p:blipFill>
          <a:blip r:embed="rId2"/>
          <a:srcRect l="10906"/>
          <a:stretch/>
        </p:blipFill>
        <p:spPr>
          <a:xfrm>
            <a:off x="0" y="3543480"/>
            <a:ext cx="12191760" cy="3314520"/>
          </a:xfrm>
          <a:prstGeom prst="rect">
            <a:avLst/>
          </a:prstGeom>
          <a:noFill/>
          <a:ln w="0">
            <a:noFill/>
          </a:ln>
        </p:spPr>
      </p:pic>
      <p:sp>
        <p:nvSpPr>
          <p:cNvPr id="9" name="Rectangle 2"/>
          <p:cNvSpPr/>
          <p:nvPr/>
        </p:nvSpPr>
        <p:spPr>
          <a:xfrm>
            <a:off x="0" y="1987560"/>
            <a:ext cx="6883200" cy="1885680"/>
          </a:xfrm>
          <a:prstGeom prst="rect">
            <a:avLst/>
          </a:prstGeom>
          <a:solidFill>
            <a:srgbClr val="75B23C"/>
          </a:solid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83000"/>
              </a:lnSpc>
              <a:spcBef>
                <a:spcPts val="14"/>
              </a:spcBef>
              <a:spcAft>
                <a:spcPts val="14"/>
              </a:spcAft>
            </a:pPr>
            <a:endParaRPr lang="en-GB" sz="1800" b="0" strike="noStrike" spc="-1">
              <a:solidFill>
                <a:schemeClr val="dk1"/>
              </a:solidFill>
              <a:latin typeface="Calibri"/>
              <a:ea typeface="Noto Sans SC Regular"/>
            </a:endParaRPr>
          </a:p>
        </p:txBody>
      </p:sp>
      <p:pic>
        <p:nvPicPr>
          <p:cNvPr id="2" name="Picture 4"/>
          <p:cNvPicPr/>
          <p:nvPr/>
        </p:nvPicPr>
        <p:blipFill>
          <a:blip r:embed="rId3"/>
          <a:srcRect b="18355"/>
          <a:stretch/>
        </p:blipFill>
        <p:spPr>
          <a:xfrm>
            <a:off x="127080" y="133200"/>
            <a:ext cx="1821960" cy="944280"/>
          </a:xfrm>
          <a:prstGeom prst="rect">
            <a:avLst/>
          </a:prstGeom>
          <a:noFill/>
          <a:ln w="0">
            <a:noFill/>
          </a:ln>
        </p:spPr>
      </p:pic>
      <p:sp>
        <p:nvSpPr>
          <p:cNvPr id="3" name="Rectangle 5"/>
          <p:cNvSpPr/>
          <p:nvPr/>
        </p:nvSpPr>
        <p:spPr>
          <a:xfrm>
            <a:off x="52560" y="1114560"/>
            <a:ext cx="6832080" cy="50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4"/>
              </a:spcBef>
              <a:spcAft>
                <a:spcPts val="14"/>
              </a:spcAft>
              <a:tabLst>
                <a:tab pos="914400" algn="l"/>
                <a:tab pos="1828800" algn="l"/>
                <a:tab pos="2743200" algn="l"/>
                <a:tab pos="3657600" algn="l"/>
                <a:tab pos="4572000" algn="l"/>
                <a:tab pos="5486400" algn="l"/>
                <a:tab pos="6400800" algn="l"/>
              </a:tabLst>
            </a:pPr>
            <a:r>
              <a:rPr lang="en-GB" sz="2700" b="1" strike="noStrike" spc="-1">
                <a:solidFill>
                  <a:srgbClr val="0463CD"/>
                </a:solidFill>
                <a:latin typeface="Bahnschrift"/>
                <a:ea typeface="Noto Sans SC Regular"/>
              </a:rPr>
              <a:t>Ukraine towards Carbon Neutrality</a:t>
            </a:r>
            <a:endParaRPr lang="uk-UA" sz="2700" b="0" strike="noStrike" spc="-1">
              <a:solidFill>
                <a:srgbClr val="000000"/>
              </a:solidFill>
              <a:latin typeface="Calibri"/>
            </a:endParaRPr>
          </a:p>
        </p:txBody>
      </p:sp>
      <p:pic>
        <p:nvPicPr>
          <p:cNvPr id="4" name="Picture 6"/>
          <p:cNvPicPr/>
          <p:nvPr/>
        </p:nvPicPr>
        <p:blipFill>
          <a:blip r:embed="rId4"/>
          <a:stretch/>
        </p:blipFill>
        <p:spPr>
          <a:xfrm>
            <a:off x="-12600" y="5105520"/>
            <a:ext cx="1741320" cy="1763280"/>
          </a:xfrm>
          <a:prstGeom prst="rect">
            <a:avLst/>
          </a:prstGeom>
          <a:noFill/>
          <a:ln w="0">
            <a:noFill/>
          </a:ln>
        </p:spPr>
      </p:pic>
      <p:pic>
        <p:nvPicPr>
          <p:cNvPr id="5" name="Picture 11" descr="A logo for a company&#10;&#10;Description automatically generated with medium confidence"/>
          <p:cNvPicPr/>
          <p:nvPr/>
        </p:nvPicPr>
        <p:blipFill>
          <a:blip r:embed="rId5"/>
          <a:stretch/>
        </p:blipFill>
        <p:spPr>
          <a:xfrm>
            <a:off x="1660680" y="5257800"/>
            <a:ext cx="1539360" cy="1611000"/>
          </a:xfrm>
          <a:prstGeom prst="rect">
            <a:avLst/>
          </a:prstGeom>
          <a:noFill/>
          <a:ln w="0">
            <a:noFill/>
          </a:ln>
        </p:spPr>
      </p:pic>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nSpc>
                <a:spcPct val="83000"/>
              </a:lnSpc>
              <a:buNone/>
            </a:pPr>
            <a:r>
              <a:rPr lang="en-GB" sz="1800" b="0" strike="noStrike" spc="-1">
                <a:solidFill>
                  <a:schemeClr val="dk1"/>
                </a:solidFill>
                <a:latin typeface="Calibri"/>
              </a:rPr>
              <a:t>Для правки тексту заголовка клацніть мишею</a:t>
            </a: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75000"/>
              </a:lnSpc>
              <a:spcBef>
                <a:spcPts val="1417"/>
              </a:spcBef>
              <a:buClr>
                <a:srgbClr val="000000"/>
              </a:buClr>
              <a:buSzPct val="45000"/>
              <a:buFont typeface="Wingdings" charset="2"/>
              <a:buChar char=""/>
            </a:pPr>
            <a:r>
              <a:rPr lang="en-GB" sz="2800" b="0" strike="noStrike" spc="-1">
                <a:solidFill>
                  <a:srgbClr val="000000"/>
                </a:solidFill>
                <a:latin typeface="Calibri"/>
              </a:rPr>
              <a:t>Для редагування структури клацніть мишею</a:t>
            </a:r>
          </a:p>
          <a:p>
            <a:pPr marL="864000" lvl="1" indent="-324000">
              <a:lnSpc>
                <a:spcPct val="75000"/>
              </a:lnSpc>
              <a:spcBef>
                <a:spcPts val="1134"/>
              </a:spcBef>
              <a:buClr>
                <a:srgbClr val="000000"/>
              </a:buClr>
              <a:buSzPct val="75000"/>
              <a:buFont typeface="Symbol" charset="2"/>
              <a:buChar char=""/>
            </a:pPr>
            <a:r>
              <a:rPr lang="en-GB" sz="1800" b="0" strike="noStrike" spc="-1">
                <a:solidFill>
                  <a:srgbClr val="000000"/>
                </a:solidFill>
                <a:latin typeface="Calibri"/>
              </a:rPr>
              <a:t>Другий рівень структури</a:t>
            </a:r>
          </a:p>
          <a:p>
            <a:pPr marL="1296000" lvl="2" indent="-288000">
              <a:lnSpc>
                <a:spcPct val="75000"/>
              </a:lnSpc>
              <a:spcBef>
                <a:spcPts val="850"/>
              </a:spcBef>
              <a:buClr>
                <a:srgbClr val="000000"/>
              </a:buClr>
              <a:buSzPct val="45000"/>
              <a:buFont typeface="Wingdings" charset="2"/>
              <a:buChar char=""/>
            </a:pPr>
            <a:r>
              <a:rPr lang="en-GB" sz="1800" b="0" strike="noStrike" spc="-1">
                <a:solidFill>
                  <a:srgbClr val="000000"/>
                </a:solidFill>
                <a:latin typeface="Calibri"/>
              </a:rPr>
              <a:t>Третій рівень структури</a:t>
            </a:r>
          </a:p>
          <a:p>
            <a:pPr marL="1728000" lvl="3" indent="-216000">
              <a:lnSpc>
                <a:spcPct val="75000"/>
              </a:lnSpc>
              <a:spcBef>
                <a:spcPts val="567"/>
              </a:spcBef>
              <a:buClr>
                <a:srgbClr val="000000"/>
              </a:buClr>
              <a:buSzPct val="75000"/>
              <a:buFont typeface="Symbol" charset="2"/>
              <a:buChar char=""/>
            </a:pPr>
            <a:r>
              <a:rPr lang="en-GB" sz="2000" b="0" strike="noStrike" spc="-1">
                <a:solidFill>
                  <a:srgbClr val="000000"/>
                </a:solidFill>
                <a:latin typeface="Calibri"/>
              </a:rPr>
              <a:t>Четвертий рівень структури</a:t>
            </a:r>
          </a:p>
          <a:p>
            <a:pPr marL="2160000" lvl="4" indent="-216000">
              <a:lnSpc>
                <a:spcPct val="75000"/>
              </a:lnSpc>
              <a:spcBef>
                <a:spcPts val="283"/>
              </a:spcBef>
              <a:buClr>
                <a:srgbClr val="000000"/>
              </a:buClr>
              <a:buSzPct val="45000"/>
              <a:buFont typeface="Wingdings" charset="2"/>
              <a:buChar char=""/>
            </a:pPr>
            <a:r>
              <a:rPr lang="en-GB" sz="2000" b="0" strike="noStrike" spc="-1">
                <a:solidFill>
                  <a:srgbClr val="000000"/>
                </a:solidFill>
                <a:latin typeface="Calibri"/>
              </a:rPr>
              <a:t>П'ятий рівень структури</a:t>
            </a:r>
          </a:p>
          <a:p>
            <a:pPr marL="2592000" lvl="5" indent="-216000">
              <a:lnSpc>
                <a:spcPct val="75000"/>
              </a:lnSpc>
              <a:spcBef>
                <a:spcPts val="283"/>
              </a:spcBef>
              <a:buClr>
                <a:srgbClr val="000000"/>
              </a:buClr>
              <a:buSzPct val="45000"/>
              <a:buFont typeface="Wingdings" charset="2"/>
              <a:buChar char=""/>
            </a:pPr>
            <a:r>
              <a:rPr lang="en-GB" sz="2000" b="0" strike="noStrike" spc="-1">
                <a:solidFill>
                  <a:srgbClr val="000000"/>
                </a:solidFill>
                <a:latin typeface="Calibri"/>
              </a:rPr>
              <a:t>Шостий рівень структури</a:t>
            </a:r>
          </a:p>
          <a:p>
            <a:pPr marL="3024000" lvl="6" indent="-216000">
              <a:lnSpc>
                <a:spcPct val="75000"/>
              </a:lnSpc>
              <a:spcBef>
                <a:spcPts val="283"/>
              </a:spcBef>
              <a:buClr>
                <a:srgbClr val="000000"/>
              </a:buClr>
              <a:buSzPct val="45000"/>
              <a:buFont typeface="Wingdings" charset="2"/>
              <a:buChar char=""/>
            </a:pPr>
            <a:r>
              <a:rPr lang="en-GB" sz="2000" b="0" strike="noStrike" spc="-1">
                <a:solidFill>
                  <a:srgbClr val="000000"/>
                </a:solidFill>
                <a:latin typeface="Calibri"/>
              </a:rPr>
              <a:t>Сьомий рівень структури</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523880" y="1122480"/>
            <a:ext cx="9142200" cy="2385720"/>
          </a:xfrm>
          <a:prstGeom prst="rect">
            <a:avLst/>
          </a:prstGeom>
          <a:noFill/>
          <a:ln w="0">
            <a:noFill/>
          </a:ln>
        </p:spPr>
        <p:txBody>
          <a:bodyPr lIns="91440" tIns="45720" rIns="91440" bIns="45720" numCol="1" spcCol="0" anchor="b">
            <a:noAutofit/>
          </a:bodyPr>
          <a:lstStyle/>
          <a:p>
            <a:pPr indent="0">
              <a:lnSpc>
                <a:spcPct val="83000"/>
              </a:lnSpc>
              <a:spcBef>
                <a:spcPts val="14"/>
              </a:spcBef>
              <a:spcAft>
                <a:spcPts val="14"/>
              </a:spcAft>
              <a:buNone/>
            </a:pPr>
            <a:r>
              <a:rPr lang="en-US" sz="1800" b="0" strike="noStrike" spc="-1">
                <a:solidFill>
                  <a:srgbClr val="000000"/>
                </a:solidFill>
                <a:latin typeface="Calibri"/>
                <a:ea typeface="Noto Sans SC Regular"/>
              </a:rPr>
              <a:t>Click to edit Master title style</a:t>
            </a:r>
            <a:endParaRPr lang="en-GB" sz="1800" b="0" strike="noStrike" spc="-1">
              <a:solidFill>
                <a:schemeClr val="dk1"/>
              </a:solidFill>
              <a:latin typeface="Calibri"/>
            </a:endParaRPr>
          </a:p>
        </p:txBody>
      </p:sp>
      <p:sp>
        <p:nvSpPr>
          <p:cNvPr id="9" name="PlaceHolder 2"/>
          <p:cNvSpPr>
            <a:spLocks noGrp="1"/>
          </p:cNvSpPr>
          <p:nvPr>
            <p:ph type="body"/>
          </p:nvPr>
        </p:nvSpPr>
        <p:spPr>
          <a:xfrm>
            <a:off x="609480" y="1604880"/>
            <a:ext cx="10971000" cy="3974760"/>
          </a:xfrm>
          <a:prstGeom prst="rect">
            <a:avLst/>
          </a:prstGeom>
          <a:noFill/>
          <a:ln w="0">
            <a:noFill/>
          </a:ln>
        </p:spPr>
        <p:txBody>
          <a:bodyPr vert="eaVert" lIns="0" tIns="88920" rIns="0" bIns="0" numCol="1" spcCol="0" anchor="t">
            <a:noAutofit/>
          </a:bodyPr>
          <a:lstStyle/>
          <a:p>
            <a:pPr marL="343080" indent="-343080">
              <a:lnSpc>
                <a:spcPct val="75000"/>
              </a:lnSpc>
              <a:spcBef>
                <a:spcPts val="1426"/>
              </a:spcBef>
              <a:spcAft>
                <a:spcPts val="14"/>
              </a:spcAft>
              <a:buNone/>
              <a:tabLst>
                <a:tab pos="0" algn="l"/>
              </a:tabLst>
            </a:pPr>
            <a:r>
              <a:rPr lang="en-US" sz="2800" b="0" strike="noStrike" spc="-1">
                <a:solidFill>
                  <a:srgbClr val="000000"/>
                </a:solidFill>
                <a:latin typeface="Calibri"/>
                <a:ea typeface="Noto Sans SC Regular"/>
              </a:rPr>
              <a:t>Click to edit Master text styles</a:t>
            </a:r>
            <a:endParaRPr lang="en-GB" sz="2800" b="0" strike="noStrike" spc="-1">
              <a:solidFill>
                <a:srgbClr val="000000"/>
              </a:solidFill>
              <a:latin typeface="Calibri"/>
            </a:endParaRPr>
          </a:p>
          <a:p>
            <a:pPr marL="743040" indent="-285840">
              <a:lnSpc>
                <a:spcPct val="75000"/>
              </a:lnSpc>
              <a:spcBef>
                <a:spcPts val="1137"/>
              </a:spcBef>
              <a:spcAft>
                <a:spcPts val="14"/>
              </a:spcAft>
              <a:buNone/>
              <a:tabLst>
                <a:tab pos="0" algn="l"/>
              </a:tabLst>
            </a:pPr>
            <a:r>
              <a:rPr lang="en-US" sz="2000" b="0" strike="noStrike" spc="-1">
                <a:solidFill>
                  <a:srgbClr val="000000"/>
                </a:solidFill>
                <a:latin typeface="Calibri"/>
                <a:ea typeface="Noto Sans SC Regular"/>
              </a:rPr>
              <a:t>Second level</a:t>
            </a:r>
            <a:endParaRPr lang="en-GB" sz="2000" b="0" strike="noStrike" spc="-1">
              <a:solidFill>
                <a:srgbClr val="000000"/>
              </a:solidFill>
              <a:latin typeface="Calibri"/>
            </a:endParaRPr>
          </a:p>
          <a:p>
            <a:pPr marL="1143000" indent="-228600">
              <a:lnSpc>
                <a:spcPct val="75000"/>
              </a:lnSpc>
              <a:spcBef>
                <a:spcPts val="862"/>
              </a:spcBef>
              <a:spcAft>
                <a:spcPts val="14"/>
              </a:spcAft>
              <a:buNone/>
              <a:tabLst>
                <a:tab pos="0" algn="l"/>
              </a:tabLst>
            </a:pPr>
            <a:r>
              <a:rPr lang="en-US" sz="1800" b="0" strike="noStrike" spc="-1">
                <a:solidFill>
                  <a:srgbClr val="000000"/>
                </a:solidFill>
                <a:latin typeface="Calibri"/>
                <a:ea typeface="Noto Sans SC Regular"/>
              </a:rPr>
              <a:t>Third level</a:t>
            </a:r>
            <a:endParaRPr lang="en-GB" sz="1800" b="0" strike="noStrike" spc="-1">
              <a:solidFill>
                <a:srgbClr val="000000"/>
              </a:solidFill>
              <a:latin typeface="Calibri"/>
            </a:endParaRPr>
          </a:p>
          <a:p>
            <a:pPr marL="1600200" indent="-228600">
              <a:lnSpc>
                <a:spcPct val="75000"/>
              </a:lnSpc>
              <a:spcBef>
                <a:spcPts val="575"/>
              </a:spcBef>
              <a:spcAft>
                <a:spcPts val="14"/>
              </a:spcAft>
              <a:buNone/>
              <a:tabLst>
                <a:tab pos="0" algn="l"/>
              </a:tabLst>
            </a:pPr>
            <a:r>
              <a:rPr lang="en-US" sz="1800" b="0" strike="noStrike" spc="-1">
                <a:solidFill>
                  <a:srgbClr val="000000"/>
                </a:solidFill>
                <a:latin typeface="Calibri"/>
                <a:ea typeface="Noto Sans SC Regular"/>
              </a:rPr>
              <a:t>Fourth level</a:t>
            </a:r>
            <a:endParaRPr lang="en-GB" sz="1800" b="0" strike="noStrike" spc="-1">
              <a:solidFill>
                <a:srgbClr val="000000"/>
              </a:solidFill>
              <a:latin typeface="Calibri"/>
            </a:endParaRPr>
          </a:p>
          <a:p>
            <a:pPr marL="2057400" indent="-228600">
              <a:lnSpc>
                <a:spcPct val="75000"/>
              </a:lnSpc>
              <a:spcBef>
                <a:spcPts val="289"/>
              </a:spcBef>
              <a:spcAft>
                <a:spcPts val="14"/>
              </a:spcAft>
              <a:buNone/>
              <a:tabLst>
                <a:tab pos="0" algn="l"/>
              </a:tabLst>
            </a:pPr>
            <a:r>
              <a:rPr lang="en-US" sz="2000" b="0" strike="noStrike" spc="-1">
                <a:solidFill>
                  <a:srgbClr val="000000"/>
                </a:solidFill>
                <a:latin typeface="Calibri"/>
                <a:ea typeface="Noto Sans SC Regular"/>
              </a:rPr>
              <a:t>Fifth level</a:t>
            </a:r>
            <a:endParaRPr lang="en-GB" sz="2000" b="0" strike="noStrike" spc="-1">
              <a:solidFill>
                <a:srgbClr val="000000"/>
              </a:solidFill>
              <a:latin typeface="Calibri"/>
            </a:endParaRPr>
          </a:p>
        </p:txBody>
      </p:sp>
      <p:sp>
        <p:nvSpPr>
          <p:cNvPr id="10" name="PlaceHolder 3"/>
          <p:cNvSpPr>
            <a:spLocks noGrp="1"/>
          </p:cNvSpPr>
          <p:nvPr>
            <p:ph type="dt" idx="1"/>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11" name="PlaceHolder 4"/>
          <p:cNvSpPr>
            <a:spLocks noGrp="1"/>
          </p:cNvSpPr>
          <p:nvPr>
            <p:ph type="ftr" idx="2"/>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12" name="PlaceHolder 5"/>
          <p:cNvSpPr>
            <a:spLocks noGrp="1"/>
          </p:cNvSpPr>
          <p:nvPr>
            <p:ph type="sldNum" idx="3"/>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6B72088E-29A6-42A3-884E-0DDD4751B6E2}"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839080" y="1122480"/>
            <a:ext cx="2741400" cy="4457520"/>
          </a:xfrm>
          <a:prstGeom prst="rect">
            <a:avLst/>
          </a:prstGeom>
          <a:noFill/>
          <a:ln w="0">
            <a:noFill/>
          </a:ln>
        </p:spPr>
        <p:txBody>
          <a:bodyPr vert="eaVert" lIns="91440" tIns="45720" rIns="91440" bIns="45720" numCol="1" spcCol="0" anchor="b">
            <a:noAutofit/>
          </a:bodyPr>
          <a:lstStyle/>
          <a:p>
            <a:pPr indent="0">
              <a:lnSpc>
                <a:spcPct val="83000"/>
              </a:lnSpc>
              <a:spcBef>
                <a:spcPts val="14"/>
              </a:spcBef>
              <a:spcAft>
                <a:spcPts val="14"/>
              </a:spcAft>
              <a:buNone/>
            </a:pPr>
            <a:r>
              <a:rPr lang="en-US" sz="1800" b="0" strike="noStrike" spc="-1">
                <a:solidFill>
                  <a:srgbClr val="000000"/>
                </a:solidFill>
                <a:latin typeface="Calibri"/>
                <a:ea typeface="Noto Sans SC Regular"/>
              </a:rPr>
              <a:t>Click to edit Master title style</a:t>
            </a:r>
            <a:endParaRPr lang="en-GB" sz="1800" b="0" strike="noStrike" spc="-1">
              <a:solidFill>
                <a:schemeClr val="dk1"/>
              </a:solidFill>
              <a:latin typeface="Calibri"/>
            </a:endParaRPr>
          </a:p>
        </p:txBody>
      </p:sp>
      <p:sp>
        <p:nvSpPr>
          <p:cNvPr id="14" name="PlaceHolder 2"/>
          <p:cNvSpPr>
            <a:spLocks noGrp="1"/>
          </p:cNvSpPr>
          <p:nvPr>
            <p:ph type="body"/>
          </p:nvPr>
        </p:nvSpPr>
        <p:spPr>
          <a:xfrm>
            <a:off x="609480" y="1122480"/>
            <a:ext cx="8076960" cy="4457520"/>
          </a:xfrm>
          <a:prstGeom prst="rect">
            <a:avLst/>
          </a:prstGeom>
          <a:noFill/>
          <a:ln w="0">
            <a:noFill/>
          </a:ln>
        </p:spPr>
        <p:txBody>
          <a:bodyPr vert="eaVert" lIns="0" tIns="88920" rIns="0" bIns="0" numCol="1" spcCol="0" anchor="t">
            <a:noAutofit/>
          </a:bodyPr>
          <a:lstStyle/>
          <a:p>
            <a:pPr marL="343080" indent="-343080">
              <a:lnSpc>
                <a:spcPct val="75000"/>
              </a:lnSpc>
              <a:spcBef>
                <a:spcPts val="1426"/>
              </a:spcBef>
              <a:spcAft>
                <a:spcPts val="14"/>
              </a:spcAft>
              <a:buNone/>
              <a:tabLst>
                <a:tab pos="0" algn="l"/>
              </a:tabLst>
            </a:pPr>
            <a:r>
              <a:rPr lang="en-US" sz="2800" b="0" strike="noStrike" spc="-1">
                <a:solidFill>
                  <a:srgbClr val="000000"/>
                </a:solidFill>
                <a:latin typeface="Calibri"/>
                <a:ea typeface="Noto Sans SC Regular"/>
              </a:rPr>
              <a:t>Click to edit Master text styles</a:t>
            </a:r>
            <a:endParaRPr lang="en-GB" sz="2800" b="0" strike="noStrike" spc="-1">
              <a:solidFill>
                <a:srgbClr val="000000"/>
              </a:solidFill>
              <a:latin typeface="Calibri"/>
            </a:endParaRPr>
          </a:p>
          <a:p>
            <a:pPr marL="743040" indent="-285840">
              <a:lnSpc>
                <a:spcPct val="75000"/>
              </a:lnSpc>
              <a:spcBef>
                <a:spcPts val="1137"/>
              </a:spcBef>
              <a:spcAft>
                <a:spcPts val="14"/>
              </a:spcAft>
              <a:buNone/>
              <a:tabLst>
                <a:tab pos="0" algn="l"/>
              </a:tabLst>
            </a:pPr>
            <a:r>
              <a:rPr lang="en-US" sz="2000" b="0" strike="noStrike" spc="-1">
                <a:solidFill>
                  <a:srgbClr val="000000"/>
                </a:solidFill>
                <a:latin typeface="Calibri"/>
                <a:ea typeface="Noto Sans SC Regular"/>
              </a:rPr>
              <a:t>Second level</a:t>
            </a:r>
            <a:endParaRPr lang="en-GB" sz="2000" b="0" strike="noStrike" spc="-1">
              <a:solidFill>
                <a:srgbClr val="000000"/>
              </a:solidFill>
              <a:latin typeface="Calibri"/>
            </a:endParaRPr>
          </a:p>
          <a:p>
            <a:pPr marL="1143000" indent="-228600">
              <a:lnSpc>
                <a:spcPct val="75000"/>
              </a:lnSpc>
              <a:spcBef>
                <a:spcPts val="862"/>
              </a:spcBef>
              <a:spcAft>
                <a:spcPts val="14"/>
              </a:spcAft>
              <a:buNone/>
              <a:tabLst>
                <a:tab pos="0" algn="l"/>
              </a:tabLst>
            </a:pPr>
            <a:r>
              <a:rPr lang="en-US" sz="1800" b="0" strike="noStrike" spc="-1">
                <a:solidFill>
                  <a:srgbClr val="000000"/>
                </a:solidFill>
                <a:latin typeface="Calibri"/>
                <a:ea typeface="Noto Sans SC Regular"/>
              </a:rPr>
              <a:t>Third level</a:t>
            </a:r>
            <a:endParaRPr lang="en-GB" sz="1800" b="0" strike="noStrike" spc="-1">
              <a:solidFill>
                <a:srgbClr val="000000"/>
              </a:solidFill>
              <a:latin typeface="Calibri"/>
            </a:endParaRPr>
          </a:p>
          <a:p>
            <a:pPr marL="1600200" indent="-228600">
              <a:lnSpc>
                <a:spcPct val="75000"/>
              </a:lnSpc>
              <a:spcBef>
                <a:spcPts val="575"/>
              </a:spcBef>
              <a:spcAft>
                <a:spcPts val="14"/>
              </a:spcAft>
              <a:buNone/>
              <a:tabLst>
                <a:tab pos="0" algn="l"/>
              </a:tabLst>
            </a:pPr>
            <a:r>
              <a:rPr lang="en-US" sz="1800" b="0" strike="noStrike" spc="-1">
                <a:solidFill>
                  <a:srgbClr val="000000"/>
                </a:solidFill>
                <a:latin typeface="Calibri"/>
                <a:ea typeface="Noto Sans SC Regular"/>
              </a:rPr>
              <a:t>Fourth level</a:t>
            </a:r>
            <a:endParaRPr lang="en-GB" sz="1800" b="0" strike="noStrike" spc="-1">
              <a:solidFill>
                <a:srgbClr val="000000"/>
              </a:solidFill>
              <a:latin typeface="Calibri"/>
            </a:endParaRPr>
          </a:p>
          <a:p>
            <a:pPr marL="2057400" indent="-228600">
              <a:lnSpc>
                <a:spcPct val="75000"/>
              </a:lnSpc>
              <a:spcBef>
                <a:spcPts val="289"/>
              </a:spcBef>
              <a:spcAft>
                <a:spcPts val="14"/>
              </a:spcAft>
              <a:buNone/>
              <a:tabLst>
                <a:tab pos="0" algn="l"/>
              </a:tabLst>
            </a:pPr>
            <a:r>
              <a:rPr lang="en-US" sz="2000" b="0" strike="noStrike" spc="-1">
                <a:solidFill>
                  <a:srgbClr val="000000"/>
                </a:solidFill>
                <a:latin typeface="Calibri"/>
                <a:ea typeface="Noto Sans SC Regular"/>
              </a:rPr>
              <a:t>Fifth level</a:t>
            </a:r>
            <a:endParaRPr lang="en-GB" sz="2000" b="0" strike="noStrike" spc="-1">
              <a:solidFill>
                <a:srgbClr val="000000"/>
              </a:solidFill>
              <a:latin typeface="Calibri"/>
            </a:endParaRPr>
          </a:p>
        </p:txBody>
      </p:sp>
      <p:sp>
        <p:nvSpPr>
          <p:cNvPr id="15" name="PlaceHolder 3"/>
          <p:cNvSpPr>
            <a:spLocks noGrp="1"/>
          </p:cNvSpPr>
          <p:nvPr>
            <p:ph type="dt" idx="4"/>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16" name="PlaceHolder 4"/>
          <p:cNvSpPr>
            <a:spLocks noGrp="1"/>
          </p:cNvSpPr>
          <p:nvPr>
            <p:ph type="ftr" idx="5"/>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17" name="PlaceHolder 5"/>
          <p:cNvSpPr>
            <a:spLocks noGrp="1"/>
          </p:cNvSpPr>
          <p:nvPr>
            <p:ph type="sldNum" idx="6"/>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924A06A4-F4F7-45A8-A286-58F8363A4FE5}"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Layout">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2200" cy="2385720"/>
          </a:xfrm>
          <a:prstGeom prst="rect">
            <a:avLst/>
          </a:prstGeom>
          <a:noFill/>
          <a:ln w="0">
            <a:noFill/>
          </a:ln>
        </p:spPr>
        <p:txBody>
          <a:bodyPr lIns="91440" tIns="45720" rIns="91440" bIns="45720" numCol="1" spcCol="0" anchor="b">
            <a:noAutofit/>
          </a:bodyPr>
          <a:lstStyle/>
          <a:p>
            <a:pPr indent="0">
              <a:lnSpc>
                <a:spcPct val="83000"/>
              </a:lnSpc>
              <a:spcBef>
                <a:spcPts val="14"/>
              </a:spcBef>
              <a:spcAft>
                <a:spcPts val="14"/>
              </a:spcAft>
              <a:buNone/>
            </a:pPr>
            <a:r>
              <a:rPr lang="en-US" sz="1800" b="0" strike="noStrike" spc="-1">
                <a:solidFill>
                  <a:srgbClr val="000000"/>
                </a:solidFill>
                <a:latin typeface="Calibri"/>
                <a:ea typeface="Noto Sans SC Regular"/>
              </a:rPr>
              <a:t>Click to edit Master title style</a:t>
            </a:r>
            <a:endParaRPr lang="en-GB" sz="1800" b="0" strike="noStrike" spc="-1">
              <a:solidFill>
                <a:schemeClr val="dk1"/>
              </a:solidFill>
              <a:latin typeface="Calibri"/>
            </a:endParaRPr>
          </a:p>
        </p:txBody>
      </p:sp>
      <p:sp>
        <p:nvSpPr>
          <p:cNvPr id="19" name="PlaceHolder 2"/>
          <p:cNvSpPr>
            <a:spLocks noGrp="1"/>
          </p:cNvSpPr>
          <p:nvPr>
            <p:ph type="dt" idx="7"/>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20" name="PlaceHolder 3"/>
          <p:cNvSpPr>
            <a:spLocks noGrp="1"/>
          </p:cNvSpPr>
          <p:nvPr>
            <p:ph type="ftr" idx="8"/>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21" name="PlaceHolder 4"/>
          <p:cNvSpPr>
            <a:spLocks noGrp="1"/>
          </p:cNvSpPr>
          <p:nvPr>
            <p:ph type="sldNum" idx="9"/>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FA2BF38B-2451-4AEF-B3F7-94A9D4EFBD7C}"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 Slide">
    <p:bg>
      <p:bgPr>
        <a:solidFill>
          <a:srgbClr val="FFFFFF"/>
        </a:solidFill>
        <a:effectLst/>
      </p:bgPr>
    </p:bg>
    <p:spTree>
      <p:nvGrpSpPr>
        <p:cNvPr id="1" name=""/>
        <p:cNvGrpSpPr/>
        <p:nvPr/>
      </p:nvGrpSpPr>
      <p:grpSpPr>
        <a:xfrm>
          <a:off x="0" y="0"/>
          <a:ext cx="0" cy="0"/>
          <a:chOff x="0" y="0"/>
          <a:chExt cx="0" cy="0"/>
        </a:xfrm>
      </p:grpSpPr>
      <p:pic>
        <p:nvPicPr>
          <p:cNvPr id="22" name="Picture 1"/>
          <p:cNvPicPr/>
          <p:nvPr/>
        </p:nvPicPr>
        <p:blipFill>
          <a:blip r:embed="rId2"/>
          <a:srcRect l="10906" b="22175"/>
          <a:stretch/>
        </p:blipFill>
        <p:spPr>
          <a:xfrm>
            <a:off x="0" y="4278240"/>
            <a:ext cx="12191760" cy="2579400"/>
          </a:xfrm>
          <a:prstGeom prst="rect">
            <a:avLst/>
          </a:prstGeom>
          <a:noFill/>
          <a:ln w="0">
            <a:noFill/>
          </a:ln>
        </p:spPr>
      </p:pic>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nSpc>
                <a:spcPct val="83000"/>
              </a:lnSpc>
              <a:buNone/>
            </a:pPr>
            <a:r>
              <a:rPr lang="en-GB" sz="1800" b="0" strike="noStrike" spc="-1">
                <a:solidFill>
                  <a:schemeClr val="dk1"/>
                </a:solidFill>
                <a:latin typeface="Calibri"/>
              </a:rPr>
              <a:t>Для правки тексту заголовка клацніть мишею</a:t>
            </a:r>
          </a:p>
        </p:txBody>
      </p:sp>
      <p:sp>
        <p:nvSpPr>
          <p:cNvPr id="2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75000"/>
              </a:lnSpc>
              <a:spcBef>
                <a:spcPts val="1417"/>
              </a:spcBef>
              <a:buClr>
                <a:srgbClr val="000000"/>
              </a:buClr>
              <a:buSzPct val="45000"/>
              <a:buFont typeface="Wingdings" charset="2"/>
              <a:buChar char=""/>
            </a:pPr>
            <a:r>
              <a:rPr lang="en-GB" sz="2800" b="0" strike="noStrike" spc="-1">
                <a:solidFill>
                  <a:srgbClr val="000000"/>
                </a:solidFill>
                <a:latin typeface="Calibri"/>
              </a:rPr>
              <a:t>Для редагування структури клацніть мишею</a:t>
            </a:r>
          </a:p>
          <a:p>
            <a:pPr marL="864000" lvl="1" indent="-324000">
              <a:lnSpc>
                <a:spcPct val="75000"/>
              </a:lnSpc>
              <a:spcBef>
                <a:spcPts val="1134"/>
              </a:spcBef>
              <a:buClr>
                <a:srgbClr val="000000"/>
              </a:buClr>
              <a:buSzPct val="75000"/>
              <a:buFont typeface="Symbol" charset="2"/>
              <a:buChar char=""/>
            </a:pPr>
            <a:r>
              <a:rPr lang="en-GB" sz="1800" b="0" strike="noStrike" spc="-1">
                <a:solidFill>
                  <a:srgbClr val="000000"/>
                </a:solidFill>
                <a:latin typeface="Calibri"/>
              </a:rPr>
              <a:t>Другий рівень структури</a:t>
            </a:r>
          </a:p>
          <a:p>
            <a:pPr marL="1296000" lvl="2" indent="-288000">
              <a:lnSpc>
                <a:spcPct val="75000"/>
              </a:lnSpc>
              <a:spcBef>
                <a:spcPts val="850"/>
              </a:spcBef>
              <a:buClr>
                <a:srgbClr val="000000"/>
              </a:buClr>
              <a:buSzPct val="45000"/>
              <a:buFont typeface="Wingdings" charset="2"/>
              <a:buChar char=""/>
            </a:pPr>
            <a:r>
              <a:rPr lang="en-GB" sz="1800" b="0" strike="noStrike" spc="-1">
                <a:solidFill>
                  <a:srgbClr val="000000"/>
                </a:solidFill>
                <a:latin typeface="Calibri"/>
              </a:rPr>
              <a:t>Третій рівень структури</a:t>
            </a:r>
          </a:p>
          <a:p>
            <a:pPr marL="1728000" lvl="3" indent="-216000">
              <a:lnSpc>
                <a:spcPct val="75000"/>
              </a:lnSpc>
              <a:spcBef>
                <a:spcPts val="567"/>
              </a:spcBef>
              <a:buClr>
                <a:srgbClr val="000000"/>
              </a:buClr>
              <a:buSzPct val="75000"/>
              <a:buFont typeface="Symbol" charset="2"/>
              <a:buChar char=""/>
            </a:pPr>
            <a:r>
              <a:rPr lang="en-GB" sz="2000" b="0" strike="noStrike" spc="-1">
                <a:solidFill>
                  <a:srgbClr val="000000"/>
                </a:solidFill>
                <a:latin typeface="Calibri"/>
              </a:rPr>
              <a:t>Четвертий рівень структури</a:t>
            </a:r>
          </a:p>
          <a:p>
            <a:pPr marL="2160000" lvl="4" indent="-216000">
              <a:lnSpc>
                <a:spcPct val="75000"/>
              </a:lnSpc>
              <a:spcBef>
                <a:spcPts val="283"/>
              </a:spcBef>
              <a:buClr>
                <a:srgbClr val="000000"/>
              </a:buClr>
              <a:buSzPct val="45000"/>
              <a:buFont typeface="Wingdings" charset="2"/>
              <a:buChar char=""/>
            </a:pPr>
            <a:r>
              <a:rPr lang="en-GB" sz="2000" b="0" strike="noStrike" spc="-1">
                <a:solidFill>
                  <a:srgbClr val="000000"/>
                </a:solidFill>
                <a:latin typeface="Calibri"/>
              </a:rPr>
              <a:t>П'ятий рівень структури</a:t>
            </a:r>
          </a:p>
          <a:p>
            <a:pPr marL="2592000" lvl="5" indent="-216000">
              <a:lnSpc>
                <a:spcPct val="75000"/>
              </a:lnSpc>
              <a:spcBef>
                <a:spcPts val="283"/>
              </a:spcBef>
              <a:buClr>
                <a:srgbClr val="000000"/>
              </a:buClr>
              <a:buSzPct val="45000"/>
              <a:buFont typeface="Wingdings" charset="2"/>
              <a:buChar char=""/>
            </a:pPr>
            <a:r>
              <a:rPr lang="en-GB" sz="2000" b="0" strike="noStrike" spc="-1">
                <a:solidFill>
                  <a:srgbClr val="000000"/>
                </a:solidFill>
                <a:latin typeface="Calibri"/>
              </a:rPr>
              <a:t>Шостий рівень структури</a:t>
            </a:r>
          </a:p>
          <a:p>
            <a:pPr marL="3024000" lvl="6" indent="-216000">
              <a:lnSpc>
                <a:spcPct val="75000"/>
              </a:lnSpc>
              <a:spcBef>
                <a:spcPts val="283"/>
              </a:spcBef>
              <a:buClr>
                <a:srgbClr val="000000"/>
              </a:buClr>
              <a:buSzPct val="45000"/>
              <a:buFont typeface="Wingdings" charset="2"/>
              <a:buChar char=""/>
            </a:pPr>
            <a:r>
              <a:rPr lang="en-GB" sz="2000" b="0" strike="noStrike" spc="-1">
                <a:solidFill>
                  <a:srgbClr val="000000"/>
                </a:solidFill>
                <a:latin typeface="Calibri"/>
              </a:rPr>
              <a:t>Сьомий рівень структури</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pic>
        <p:nvPicPr>
          <p:cNvPr id="25" name="Picture 1"/>
          <p:cNvPicPr/>
          <p:nvPr/>
        </p:nvPicPr>
        <p:blipFill>
          <a:blip r:embed="rId2"/>
          <a:srcRect l="10906" b="22175"/>
          <a:stretch/>
        </p:blipFill>
        <p:spPr>
          <a:xfrm>
            <a:off x="0" y="4278240"/>
            <a:ext cx="12191760" cy="2579400"/>
          </a:xfrm>
          <a:prstGeom prst="rect">
            <a:avLst/>
          </a:prstGeom>
          <a:noFill/>
          <a:ln w="0">
            <a:noFill/>
          </a:ln>
        </p:spPr>
      </p:pic>
      <p:sp>
        <p:nvSpPr>
          <p:cNvPr id="26" name="Rectangle 7"/>
          <p:cNvSpPr/>
          <p:nvPr/>
        </p:nvSpPr>
        <p:spPr>
          <a:xfrm>
            <a:off x="533520" y="380880"/>
            <a:ext cx="4891680" cy="5258160"/>
          </a:xfrm>
          <a:prstGeom prst="rect">
            <a:avLst/>
          </a:prstGeom>
          <a:solidFill>
            <a:srgbClr val="75B23C">
              <a:alpha val="50000"/>
            </a:srgbClr>
          </a:solid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83000"/>
              </a:lnSpc>
              <a:spcBef>
                <a:spcPts val="14"/>
              </a:spcBef>
              <a:spcAft>
                <a:spcPts val="14"/>
              </a:spcAft>
            </a:pPr>
            <a:endParaRPr lang="en-GB" sz="1800" b="0" strike="noStrike" spc="-1">
              <a:solidFill>
                <a:schemeClr val="dk1"/>
              </a:solidFill>
              <a:latin typeface="Calibri"/>
              <a:ea typeface="Noto Sans SC Regular"/>
            </a:endParaRPr>
          </a:p>
        </p:txBody>
      </p:sp>
      <p:pic>
        <p:nvPicPr>
          <p:cNvPr id="27" name="Picture 6"/>
          <p:cNvPicPr/>
          <p:nvPr/>
        </p:nvPicPr>
        <p:blipFill>
          <a:blip r:embed="rId3"/>
          <a:stretch/>
        </p:blipFill>
        <p:spPr>
          <a:xfrm rot="9930600">
            <a:off x="5358600" y="4688280"/>
            <a:ext cx="386640" cy="536040"/>
          </a:xfrm>
          <a:prstGeom prst="rect">
            <a:avLst/>
          </a:prstGeom>
          <a:noFill/>
          <a:ln w="0">
            <a:noFill/>
          </a:ln>
        </p:spPr>
      </p:pic>
      <p:pic>
        <p:nvPicPr>
          <p:cNvPr id="28" name="Picture 6"/>
          <p:cNvPicPr/>
          <p:nvPr/>
        </p:nvPicPr>
        <p:blipFill>
          <a:blip r:embed="rId3"/>
          <a:stretch/>
        </p:blipFill>
        <p:spPr>
          <a:xfrm rot="1800000">
            <a:off x="260280" y="621000"/>
            <a:ext cx="386640" cy="536040"/>
          </a:xfrm>
          <a:prstGeom prst="rect">
            <a:avLst/>
          </a:prstGeom>
          <a:noFill/>
          <a:ln w="0">
            <a:noFill/>
          </a:ln>
        </p:spPr>
      </p:pic>
      <p:sp>
        <p:nvSpPr>
          <p:cNvPr id="29" name="PlaceHolder 1"/>
          <p:cNvSpPr>
            <a:spLocks noGrp="1"/>
          </p:cNvSpPr>
          <p:nvPr>
            <p:ph type="body"/>
          </p:nvPr>
        </p:nvSpPr>
        <p:spPr>
          <a:xfrm>
            <a:off x="6095880" y="914400"/>
            <a:ext cx="2057040" cy="2437920"/>
          </a:xfrm>
          <a:prstGeom prst="rect">
            <a:avLst/>
          </a:prstGeom>
          <a:noFill/>
          <a:ln w="0">
            <a:noFill/>
          </a:ln>
        </p:spPr>
        <p:txBody>
          <a:bodyPr lIns="90000" tIns="45000" rIns="90000" bIns="45000" anchor="t">
            <a:noAutofit/>
          </a:bodyPr>
          <a:lstStyle/>
          <a:p>
            <a:pPr indent="0">
              <a:lnSpc>
                <a:spcPct val="83000"/>
              </a:lnSpc>
              <a:spcBef>
                <a:spcPts val="14"/>
              </a:spcBef>
              <a:spcAft>
                <a:spcPts val="14"/>
              </a:spcAft>
              <a:buNone/>
            </a:pPr>
            <a:r>
              <a:rPr lang="en-GB" sz="1800" b="0" strike="noStrike" spc="-1">
                <a:solidFill>
                  <a:schemeClr val="dk1"/>
                </a:solidFill>
                <a:latin typeface="Calibri"/>
                <a:ea typeface="Noto Sans SC Regular"/>
              </a:rPr>
              <a:t>Deliverable image</a:t>
            </a:r>
            <a:endParaRPr lang="en-GB" sz="1800" b="0" strike="noStrike" spc="-1">
              <a:solidFill>
                <a:srgbClr val="000000"/>
              </a:solidFill>
              <a:latin typeface="Calibri"/>
            </a:endParaRPr>
          </a:p>
        </p:txBody>
      </p:sp>
      <p:sp>
        <p:nvSpPr>
          <p:cNvPr id="30" name="PlaceHolder 2"/>
          <p:cNvSpPr>
            <a:spLocks noGrp="1"/>
          </p:cNvSpPr>
          <p:nvPr>
            <p:ph type="body"/>
          </p:nvPr>
        </p:nvSpPr>
        <p:spPr>
          <a:xfrm>
            <a:off x="8460360" y="914400"/>
            <a:ext cx="2057040" cy="2437920"/>
          </a:xfrm>
          <a:prstGeom prst="rect">
            <a:avLst/>
          </a:prstGeom>
          <a:noFill/>
          <a:ln w="0">
            <a:noFill/>
          </a:ln>
        </p:spPr>
        <p:txBody>
          <a:bodyPr lIns="90000" tIns="45000" rIns="90000" bIns="45000" anchor="t">
            <a:noAutofit/>
          </a:bodyPr>
          <a:lstStyle/>
          <a:p>
            <a:pPr indent="0">
              <a:lnSpc>
                <a:spcPct val="83000"/>
              </a:lnSpc>
              <a:spcBef>
                <a:spcPts val="14"/>
              </a:spcBef>
              <a:spcAft>
                <a:spcPts val="14"/>
              </a:spcAft>
              <a:buNone/>
            </a:pPr>
            <a:r>
              <a:rPr lang="en-GB" sz="1800" b="0" strike="noStrike" spc="-1">
                <a:solidFill>
                  <a:schemeClr val="dk1"/>
                </a:solidFill>
                <a:latin typeface="Calibri"/>
                <a:ea typeface="Noto Sans SC Regular"/>
              </a:rPr>
              <a:t>Deliverable image</a:t>
            </a:r>
            <a:endParaRPr lang="en-GB" sz="1800" b="0" strike="noStrike" spc="-1">
              <a:solidFill>
                <a:srgbClr val="000000"/>
              </a:solidFill>
              <a:latin typeface="Calibri"/>
            </a:endParaRPr>
          </a:p>
        </p:txBody>
      </p:sp>
      <p:sp>
        <p:nvSpPr>
          <p:cNvPr id="31" name="PlaceHolder 3"/>
          <p:cNvSpPr>
            <a:spLocks noGrp="1"/>
          </p:cNvSpPr>
          <p:nvPr>
            <p:ph type="body"/>
          </p:nvPr>
        </p:nvSpPr>
        <p:spPr>
          <a:xfrm>
            <a:off x="914400" y="762120"/>
            <a:ext cx="4190760" cy="4501800"/>
          </a:xfrm>
          <a:prstGeom prst="rect">
            <a:avLst/>
          </a:prstGeom>
          <a:noFill/>
          <a:ln w="0">
            <a:noFill/>
          </a:ln>
        </p:spPr>
        <p:txBody>
          <a:bodyPr lIns="0" tIns="88920" rIns="0" bIns="0" numCol="1" spcCol="0" anchor="t">
            <a:noAutofit/>
          </a:bodyPr>
          <a:lstStyle/>
          <a:p>
            <a:pPr marL="343080" indent="-343080">
              <a:lnSpc>
                <a:spcPct val="75000"/>
              </a:lnSpc>
              <a:spcBef>
                <a:spcPts val="1426"/>
              </a:spcBef>
              <a:spcAft>
                <a:spcPts val="14"/>
              </a:spcAft>
              <a:buNone/>
              <a:tabLst>
                <a:tab pos="0" algn="l"/>
              </a:tabLst>
            </a:pPr>
            <a:r>
              <a:rPr lang="en-GB" sz="2800" b="0" strike="noStrike" spc="-1">
                <a:solidFill>
                  <a:srgbClr val="000000"/>
                </a:solidFill>
                <a:latin typeface="Calibri"/>
                <a:ea typeface="Noto Sans SC Regular"/>
              </a:rPr>
              <a:t>Click to add text</a:t>
            </a:r>
            <a:endParaRPr lang="en-GB" sz="28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wo Content">
    <p:bg>
      <p:bgPr>
        <a:solidFill>
          <a:srgbClr val="FFFFFF"/>
        </a:solidFill>
        <a:effectLst/>
      </p:bgPr>
    </p:bg>
    <p:spTree>
      <p:nvGrpSpPr>
        <p:cNvPr id="1" name=""/>
        <p:cNvGrpSpPr/>
        <p:nvPr/>
      </p:nvGrpSpPr>
      <p:grpSpPr>
        <a:xfrm>
          <a:off x="0" y="0"/>
          <a:ext cx="0" cy="0"/>
          <a:chOff x="0" y="0"/>
          <a:chExt cx="0" cy="0"/>
        </a:xfrm>
      </p:grpSpPr>
      <p:sp>
        <p:nvSpPr>
          <p:cNvPr id="32" name="Rectangle 1"/>
          <p:cNvSpPr/>
          <p:nvPr/>
        </p:nvSpPr>
        <p:spPr>
          <a:xfrm>
            <a:off x="5587920" y="1706400"/>
            <a:ext cx="6602040" cy="5151240"/>
          </a:xfrm>
          <a:prstGeom prst="rect">
            <a:avLst/>
          </a:prstGeom>
          <a:solidFill>
            <a:srgbClr val="75B23C">
              <a:alpha val="50000"/>
            </a:srgbClr>
          </a:solid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83000"/>
              </a:lnSpc>
              <a:spcBef>
                <a:spcPts val="14"/>
              </a:spcBef>
              <a:spcAft>
                <a:spcPts val="14"/>
              </a:spcAft>
            </a:pPr>
            <a:endParaRPr lang="en-GB" sz="1800" b="0" strike="noStrike" spc="-1">
              <a:solidFill>
                <a:schemeClr val="dk1"/>
              </a:solidFill>
              <a:latin typeface="Calibri"/>
              <a:ea typeface="Noto Sans SC Regular"/>
            </a:endParaRPr>
          </a:p>
        </p:txBody>
      </p:sp>
      <p:pic>
        <p:nvPicPr>
          <p:cNvPr id="33" name="Picture 3"/>
          <p:cNvPicPr/>
          <p:nvPr/>
        </p:nvPicPr>
        <p:blipFill>
          <a:blip r:embed="rId2"/>
          <a:srcRect l="9958" t="30911" r="23721" b="12454"/>
          <a:stretch/>
        </p:blipFill>
        <p:spPr>
          <a:xfrm>
            <a:off x="723240" y="4874040"/>
            <a:ext cx="3890880" cy="1892880"/>
          </a:xfrm>
          <a:prstGeom prst="rect">
            <a:avLst/>
          </a:prstGeom>
          <a:noFill/>
          <a:ln w="0">
            <a:noFill/>
          </a:ln>
        </p:spPr>
      </p:pic>
      <p:sp>
        <p:nvSpPr>
          <p:cNvPr id="34" name="Rectangle 2"/>
          <p:cNvSpPr/>
          <p:nvPr/>
        </p:nvSpPr>
        <p:spPr>
          <a:xfrm>
            <a:off x="0" y="0"/>
            <a:ext cx="5587560" cy="1722240"/>
          </a:xfrm>
          <a:prstGeom prst="rect">
            <a:avLst/>
          </a:prstGeom>
          <a:solidFill>
            <a:srgbClr val="0463CD"/>
          </a:solid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83000"/>
              </a:lnSpc>
              <a:spcBef>
                <a:spcPts val="14"/>
              </a:spcBef>
              <a:spcAft>
                <a:spcPts val="14"/>
              </a:spcAft>
            </a:pPr>
            <a:endParaRPr lang="en-GB" sz="1800" b="0" strike="noStrike" spc="-1">
              <a:solidFill>
                <a:schemeClr val="dk1"/>
              </a:solidFill>
              <a:latin typeface="Calibri"/>
              <a:ea typeface="Noto Sans SC Regular"/>
            </a:endParaRPr>
          </a:p>
        </p:txBody>
      </p:sp>
      <p:pic>
        <p:nvPicPr>
          <p:cNvPr id="35" name="Picture 6"/>
          <p:cNvPicPr/>
          <p:nvPr/>
        </p:nvPicPr>
        <p:blipFill>
          <a:blip r:embed="rId3"/>
          <a:stretch/>
        </p:blipFill>
        <p:spPr>
          <a:xfrm rot="20982000">
            <a:off x="5252760" y="4922640"/>
            <a:ext cx="386640" cy="536040"/>
          </a:xfrm>
          <a:prstGeom prst="rect">
            <a:avLst/>
          </a:prstGeom>
          <a:noFill/>
          <a:ln w="0">
            <a:noFill/>
          </a:ln>
        </p:spPr>
      </p:pic>
      <p:pic>
        <p:nvPicPr>
          <p:cNvPr id="36" name="Picture 6"/>
          <p:cNvPicPr/>
          <p:nvPr/>
        </p:nvPicPr>
        <p:blipFill>
          <a:blip r:embed="rId3"/>
          <a:stretch/>
        </p:blipFill>
        <p:spPr>
          <a:xfrm rot="7283400">
            <a:off x="11109240" y="1332000"/>
            <a:ext cx="386640" cy="536040"/>
          </a:xfrm>
          <a:prstGeom prst="rect">
            <a:avLst/>
          </a:prstGeom>
          <a:noFill/>
          <a:ln w="0">
            <a:noFill/>
          </a:ln>
        </p:spPr>
      </p:pic>
      <p:sp>
        <p:nvSpPr>
          <p:cNvPr id="37" name="PlaceHolder 1"/>
          <p:cNvSpPr>
            <a:spLocks noGrp="1"/>
          </p:cNvSpPr>
          <p:nvPr>
            <p:ph type="body"/>
          </p:nvPr>
        </p:nvSpPr>
        <p:spPr>
          <a:xfrm>
            <a:off x="203040" y="480240"/>
            <a:ext cx="5181120" cy="761760"/>
          </a:xfrm>
          <a:prstGeom prst="rect">
            <a:avLst/>
          </a:prstGeom>
          <a:noFill/>
          <a:ln w="0">
            <a:noFill/>
          </a:ln>
        </p:spPr>
        <p:txBody>
          <a:bodyPr lIns="0" tIns="88920" rIns="0" bIns="0" numCol="1" spcCol="0" anchor="t">
            <a:noAutofit/>
          </a:bodyPr>
          <a:lstStyle/>
          <a:p>
            <a:pPr marL="343080" indent="-343080" algn="ctr">
              <a:lnSpc>
                <a:spcPct val="100000"/>
              </a:lnSpc>
              <a:spcBef>
                <a:spcPts val="1426"/>
              </a:spcBef>
              <a:spcAft>
                <a:spcPts val="14"/>
              </a:spcAft>
              <a:buNone/>
              <a:tabLst>
                <a:tab pos="0" algn="l"/>
              </a:tabLst>
            </a:pPr>
            <a:r>
              <a:rPr lang="de-DE" sz="2800" b="1" strike="noStrike" spc="-1">
                <a:solidFill>
                  <a:srgbClr val="FFC000"/>
                </a:solidFill>
                <a:latin typeface="Avenir Next"/>
                <a:ea typeface="Noto Sans SC Regular"/>
              </a:rPr>
              <a:t>Click to add title</a:t>
            </a:r>
            <a:endParaRPr lang="en-GB" sz="2800" b="0" strike="noStrike" spc="-1">
              <a:solidFill>
                <a:srgbClr val="000000"/>
              </a:solidFill>
              <a:latin typeface="Calibri"/>
            </a:endParaRPr>
          </a:p>
        </p:txBody>
      </p:sp>
      <p:sp>
        <p:nvSpPr>
          <p:cNvPr id="38" name="PlaceHolder 2"/>
          <p:cNvSpPr>
            <a:spLocks noGrp="1"/>
          </p:cNvSpPr>
          <p:nvPr>
            <p:ph type="body"/>
          </p:nvPr>
        </p:nvSpPr>
        <p:spPr>
          <a:xfrm>
            <a:off x="5943600" y="2057400"/>
            <a:ext cx="6095520" cy="4495320"/>
          </a:xfrm>
          <a:prstGeom prst="rect">
            <a:avLst/>
          </a:prstGeom>
          <a:noFill/>
          <a:ln w="0">
            <a:noFill/>
          </a:ln>
        </p:spPr>
        <p:txBody>
          <a:bodyPr lIns="0" tIns="88920" rIns="0" bIns="0" numCol="1" spcCol="0" anchor="t">
            <a:noAutofit/>
          </a:bodyPr>
          <a:lstStyle/>
          <a:p>
            <a:pPr marL="343080" indent="-343080">
              <a:lnSpc>
                <a:spcPct val="90000"/>
              </a:lnSpc>
              <a:spcBef>
                <a:spcPts val="1012"/>
              </a:spcBef>
              <a:spcAft>
                <a:spcPts val="14"/>
              </a:spcAft>
              <a:buNone/>
              <a:tabLst>
                <a:tab pos="0" algn="l"/>
              </a:tabLst>
            </a:pPr>
            <a:r>
              <a:rPr lang="en-GB" sz="2800" b="0" strike="noStrike" spc="-1">
                <a:solidFill>
                  <a:schemeClr val="accent6"/>
                </a:solidFill>
                <a:latin typeface="Avenir Next"/>
                <a:ea typeface="Noto Sans SC Regular"/>
              </a:rPr>
              <a:t>Click to add text</a:t>
            </a:r>
            <a:endParaRPr lang="en-GB" sz="2800" b="0" strike="noStrike" spc="-1">
              <a:solidFill>
                <a:srgbClr val="000000"/>
              </a:solidFill>
              <a:latin typeface="Calibri"/>
            </a:endParaRPr>
          </a:p>
        </p:txBody>
      </p:sp>
      <p:sp>
        <p:nvSpPr>
          <p:cNvPr id="39" name="PlaceHolder 3"/>
          <p:cNvSpPr>
            <a:spLocks noGrp="1"/>
          </p:cNvSpPr>
          <p:nvPr>
            <p:ph type="body"/>
          </p:nvPr>
        </p:nvSpPr>
        <p:spPr>
          <a:xfrm>
            <a:off x="304920" y="2079000"/>
            <a:ext cx="2057040" cy="2437920"/>
          </a:xfrm>
          <a:prstGeom prst="rect">
            <a:avLst/>
          </a:prstGeom>
          <a:noFill/>
          <a:ln w="0">
            <a:noFill/>
          </a:ln>
        </p:spPr>
        <p:txBody>
          <a:bodyPr lIns="90000" tIns="45000" rIns="90000" bIns="45000" anchor="t">
            <a:noAutofit/>
          </a:bodyPr>
          <a:lstStyle/>
          <a:p>
            <a:pPr indent="0">
              <a:lnSpc>
                <a:spcPct val="83000"/>
              </a:lnSpc>
              <a:spcBef>
                <a:spcPts val="14"/>
              </a:spcBef>
              <a:spcAft>
                <a:spcPts val="14"/>
              </a:spcAft>
              <a:buNone/>
            </a:pPr>
            <a:r>
              <a:rPr lang="en-GB" sz="1800" b="0" strike="noStrike" spc="-1">
                <a:solidFill>
                  <a:schemeClr val="dk1"/>
                </a:solidFill>
                <a:latin typeface="Calibri"/>
                <a:ea typeface="Noto Sans SC Regular"/>
              </a:rPr>
              <a:t>Deliverable image</a:t>
            </a:r>
            <a:endParaRPr lang="en-GB" sz="1800" b="0" strike="noStrike" spc="-1">
              <a:solidFill>
                <a:srgbClr val="000000"/>
              </a:solidFill>
              <a:latin typeface="Calibri"/>
            </a:endParaRPr>
          </a:p>
        </p:txBody>
      </p:sp>
      <p:sp>
        <p:nvSpPr>
          <p:cNvPr id="40" name="PlaceHolder 4"/>
          <p:cNvSpPr>
            <a:spLocks noGrp="1"/>
          </p:cNvSpPr>
          <p:nvPr>
            <p:ph type="body"/>
          </p:nvPr>
        </p:nvSpPr>
        <p:spPr>
          <a:xfrm>
            <a:off x="2669040" y="2079000"/>
            <a:ext cx="2057040" cy="2437920"/>
          </a:xfrm>
          <a:prstGeom prst="rect">
            <a:avLst/>
          </a:prstGeom>
          <a:noFill/>
          <a:ln w="0">
            <a:noFill/>
          </a:ln>
        </p:spPr>
        <p:txBody>
          <a:bodyPr lIns="90000" tIns="45000" rIns="90000" bIns="45000" anchor="t">
            <a:noAutofit/>
          </a:bodyPr>
          <a:lstStyle/>
          <a:p>
            <a:pPr indent="0">
              <a:lnSpc>
                <a:spcPct val="83000"/>
              </a:lnSpc>
              <a:spcBef>
                <a:spcPts val="14"/>
              </a:spcBef>
              <a:spcAft>
                <a:spcPts val="14"/>
              </a:spcAft>
              <a:buNone/>
            </a:pPr>
            <a:r>
              <a:rPr lang="en-GB" sz="1800" b="0" strike="noStrike" spc="-1">
                <a:solidFill>
                  <a:schemeClr val="dk1"/>
                </a:solidFill>
                <a:latin typeface="Calibri"/>
                <a:ea typeface="Noto Sans SC Regular"/>
              </a:rPr>
              <a:t>Deliverable image</a:t>
            </a:r>
            <a:endParaRPr lang="en-GB" sz="1800" b="0" strike="noStrike" spc="-1">
              <a:solidFill>
                <a:srgbClr val="000000"/>
              </a:solidFill>
              <a:latin typeface="Calibri"/>
            </a:endParaRPr>
          </a:p>
        </p:txBody>
      </p:sp>
      <p:sp>
        <p:nvSpPr>
          <p:cNvPr id="41" name="PlaceHolder 5"/>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nSpc>
                <a:spcPct val="83000"/>
              </a:lnSpc>
              <a:buNone/>
            </a:pPr>
            <a:r>
              <a:rPr lang="en-GB" sz="1800" b="0" strike="noStrike" spc="-1">
                <a:solidFill>
                  <a:schemeClr val="dk1"/>
                </a:solidFill>
                <a:latin typeface="Calibri"/>
              </a:rPr>
              <a:t>Для правки тексту заголовка клацніть мишею</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9880" y="365040"/>
            <a:ext cx="10515240" cy="1325160"/>
          </a:xfrm>
          <a:prstGeom prst="rect">
            <a:avLst/>
          </a:prstGeom>
          <a:noFill/>
          <a:ln w="0">
            <a:noFill/>
          </a:ln>
        </p:spPr>
        <p:txBody>
          <a:bodyPr lIns="91440" tIns="45720" rIns="91440" bIns="45720" numCol="1" spcCol="0" anchor="b">
            <a:noAutofit/>
          </a:bodyPr>
          <a:lstStyle/>
          <a:p>
            <a:pPr indent="0">
              <a:lnSpc>
                <a:spcPct val="83000"/>
              </a:lnSpc>
              <a:spcBef>
                <a:spcPts val="14"/>
              </a:spcBef>
              <a:spcAft>
                <a:spcPts val="14"/>
              </a:spcAft>
              <a:buNone/>
            </a:pPr>
            <a:r>
              <a:rPr lang="en-US" sz="1800" b="0" strike="noStrike" spc="-1">
                <a:solidFill>
                  <a:srgbClr val="000000"/>
                </a:solidFill>
                <a:latin typeface="Calibri"/>
                <a:ea typeface="Noto Sans SC Regular"/>
              </a:rPr>
              <a:t>Click to edit Master title style</a:t>
            </a:r>
            <a:endParaRPr lang="en-GB" sz="1800" b="0" strike="noStrike" spc="-1">
              <a:solidFill>
                <a:schemeClr val="dk1"/>
              </a:solidFill>
              <a:latin typeface="Calibri"/>
            </a:endParaRPr>
          </a:p>
        </p:txBody>
      </p:sp>
      <p:sp>
        <p:nvSpPr>
          <p:cNvPr id="43" name="PlaceHolder 2"/>
          <p:cNvSpPr>
            <a:spLocks noGrp="1"/>
          </p:cNvSpPr>
          <p:nvPr>
            <p:ph type="body"/>
          </p:nvPr>
        </p:nvSpPr>
        <p:spPr>
          <a:xfrm>
            <a:off x="839880" y="1681200"/>
            <a:ext cx="5157360" cy="823680"/>
          </a:xfrm>
          <a:prstGeom prst="rect">
            <a:avLst/>
          </a:prstGeom>
          <a:noFill/>
          <a:ln w="0">
            <a:noFill/>
          </a:ln>
        </p:spPr>
        <p:txBody>
          <a:bodyPr lIns="0" tIns="88920" rIns="0" bIns="0" numCol="1" spcCol="0" anchor="b">
            <a:noAutofit/>
          </a:bodyPr>
          <a:lstStyle/>
          <a:p>
            <a:pPr indent="0">
              <a:lnSpc>
                <a:spcPct val="75000"/>
              </a:lnSpc>
              <a:spcBef>
                <a:spcPts val="1426"/>
              </a:spcBef>
              <a:spcAft>
                <a:spcPts val="14"/>
              </a:spcAft>
              <a:buNone/>
              <a:tabLst>
                <a:tab pos="0" algn="l"/>
              </a:tabLst>
            </a:pPr>
            <a:r>
              <a:rPr lang="en-US" sz="2400" b="1" strike="noStrike" spc="-1">
                <a:solidFill>
                  <a:srgbClr val="000000"/>
                </a:solidFill>
                <a:latin typeface="Calibri"/>
                <a:ea typeface="Noto Sans SC Regular"/>
              </a:rPr>
              <a:t>Click to edit Master text styles</a:t>
            </a:r>
            <a:endParaRPr lang="en-GB" sz="2400" b="0" strike="noStrike" spc="-1">
              <a:solidFill>
                <a:srgbClr val="000000"/>
              </a:solidFill>
              <a:latin typeface="Calibri"/>
            </a:endParaRPr>
          </a:p>
        </p:txBody>
      </p:sp>
      <p:sp>
        <p:nvSpPr>
          <p:cNvPr id="44" name="PlaceHolder 3"/>
          <p:cNvSpPr>
            <a:spLocks noGrp="1"/>
          </p:cNvSpPr>
          <p:nvPr>
            <p:ph type="body"/>
          </p:nvPr>
        </p:nvSpPr>
        <p:spPr>
          <a:xfrm>
            <a:off x="839880" y="2505240"/>
            <a:ext cx="5157360" cy="3684240"/>
          </a:xfrm>
          <a:prstGeom prst="rect">
            <a:avLst/>
          </a:prstGeom>
          <a:noFill/>
          <a:ln w="0">
            <a:noFill/>
          </a:ln>
        </p:spPr>
        <p:txBody>
          <a:bodyPr lIns="0" tIns="88920" rIns="0" bIns="0" numCol="1" spcCol="0" anchor="t">
            <a:noAutofit/>
          </a:bodyPr>
          <a:lstStyle/>
          <a:p>
            <a:pPr marL="343080" indent="-343080">
              <a:lnSpc>
                <a:spcPct val="75000"/>
              </a:lnSpc>
              <a:spcBef>
                <a:spcPts val="1426"/>
              </a:spcBef>
              <a:spcAft>
                <a:spcPts val="14"/>
              </a:spcAft>
              <a:buNone/>
              <a:tabLst>
                <a:tab pos="0" algn="l"/>
              </a:tabLst>
            </a:pPr>
            <a:r>
              <a:rPr lang="en-US" sz="2800" b="0" strike="noStrike" spc="-1">
                <a:solidFill>
                  <a:srgbClr val="000000"/>
                </a:solidFill>
                <a:latin typeface="Calibri"/>
                <a:ea typeface="Noto Sans SC Regular"/>
              </a:rPr>
              <a:t>Click to edit Master text styles</a:t>
            </a:r>
            <a:endParaRPr lang="en-GB" sz="2800" b="0" strike="noStrike" spc="-1">
              <a:solidFill>
                <a:srgbClr val="000000"/>
              </a:solidFill>
              <a:latin typeface="Calibri"/>
            </a:endParaRPr>
          </a:p>
          <a:p>
            <a:pPr marL="743040" indent="-285840">
              <a:lnSpc>
                <a:spcPct val="75000"/>
              </a:lnSpc>
              <a:spcBef>
                <a:spcPts val="1137"/>
              </a:spcBef>
              <a:spcAft>
                <a:spcPts val="14"/>
              </a:spcAft>
              <a:buNone/>
              <a:tabLst>
                <a:tab pos="0" algn="l"/>
              </a:tabLst>
            </a:pPr>
            <a:r>
              <a:rPr lang="en-US" sz="2000" b="0" strike="noStrike" spc="-1">
                <a:solidFill>
                  <a:srgbClr val="000000"/>
                </a:solidFill>
                <a:latin typeface="Calibri"/>
                <a:ea typeface="Noto Sans SC Regular"/>
              </a:rPr>
              <a:t>Second level</a:t>
            </a:r>
            <a:endParaRPr lang="en-GB" sz="2000" b="0" strike="noStrike" spc="-1">
              <a:solidFill>
                <a:srgbClr val="000000"/>
              </a:solidFill>
              <a:latin typeface="Calibri"/>
            </a:endParaRPr>
          </a:p>
          <a:p>
            <a:pPr marL="1143000" indent="-228600">
              <a:lnSpc>
                <a:spcPct val="75000"/>
              </a:lnSpc>
              <a:spcBef>
                <a:spcPts val="862"/>
              </a:spcBef>
              <a:spcAft>
                <a:spcPts val="14"/>
              </a:spcAft>
              <a:buNone/>
              <a:tabLst>
                <a:tab pos="0" algn="l"/>
              </a:tabLst>
            </a:pPr>
            <a:r>
              <a:rPr lang="en-US" sz="1800" b="0" strike="noStrike" spc="-1">
                <a:solidFill>
                  <a:srgbClr val="000000"/>
                </a:solidFill>
                <a:latin typeface="Calibri"/>
                <a:ea typeface="Noto Sans SC Regular"/>
              </a:rPr>
              <a:t>Third level</a:t>
            </a:r>
            <a:endParaRPr lang="en-GB" sz="1800" b="0" strike="noStrike" spc="-1">
              <a:solidFill>
                <a:srgbClr val="000000"/>
              </a:solidFill>
              <a:latin typeface="Calibri"/>
            </a:endParaRPr>
          </a:p>
          <a:p>
            <a:pPr marL="1600200" indent="-228600">
              <a:lnSpc>
                <a:spcPct val="75000"/>
              </a:lnSpc>
              <a:spcBef>
                <a:spcPts val="575"/>
              </a:spcBef>
              <a:spcAft>
                <a:spcPts val="14"/>
              </a:spcAft>
              <a:buNone/>
              <a:tabLst>
                <a:tab pos="0" algn="l"/>
              </a:tabLst>
            </a:pPr>
            <a:r>
              <a:rPr lang="en-US" sz="1800" b="0" strike="noStrike" spc="-1">
                <a:solidFill>
                  <a:srgbClr val="000000"/>
                </a:solidFill>
                <a:latin typeface="Calibri"/>
                <a:ea typeface="Noto Sans SC Regular"/>
              </a:rPr>
              <a:t>Fourth level</a:t>
            </a:r>
            <a:endParaRPr lang="en-GB" sz="1800" b="0" strike="noStrike" spc="-1">
              <a:solidFill>
                <a:srgbClr val="000000"/>
              </a:solidFill>
              <a:latin typeface="Calibri"/>
            </a:endParaRPr>
          </a:p>
          <a:p>
            <a:pPr marL="2057400" indent="-228600">
              <a:lnSpc>
                <a:spcPct val="75000"/>
              </a:lnSpc>
              <a:spcBef>
                <a:spcPts val="289"/>
              </a:spcBef>
              <a:spcAft>
                <a:spcPts val="14"/>
              </a:spcAft>
              <a:buNone/>
              <a:tabLst>
                <a:tab pos="0" algn="l"/>
              </a:tabLst>
            </a:pPr>
            <a:r>
              <a:rPr lang="en-US" sz="2000" b="0" strike="noStrike" spc="-1">
                <a:solidFill>
                  <a:srgbClr val="000000"/>
                </a:solidFill>
                <a:latin typeface="Calibri"/>
                <a:ea typeface="Noto Sans SC Regular"/>
              </a:rPr>
              <a:t>Fifth level</a:t>
            </a:r>
            <a:endParaRPr lang="en-GB" sz="2000" b="0" strike="noStrike" spc="-1">
              <a:solidFill>
                <a:srgbClr val="000000"/>
              </a:solidFill>
              <a:latin typeface="Calibri"/>
            </a:endParaRPr>
          </a:p>
        </p:txBody>
      </p:sp>
      <p:sp>
        <p:nvSpPr>
          <p:cNvPr id="45" name="PlaceHolder 4"/>
          <p:cNvSpPr>
            <a:spLocks noGrp="1"/>
          </p:cNvSpPr>
          <p:nvPr>
            <p:ph type="body"/>
          </p:nvPr>
        </p:nvSpPr>
        <p:spPr>
          <a:xfrm>
            <a:off x="6172200" y="1681200"/>
            <a:ext cx="5182920" cy="823680"/>
          </a:xfrm>
          <a:prstGeom prst="rect">
            <a:avLst/>
          </a:prstGeom>
          <a:noFill/>
          <a:ln w="0">
            <a:noFill/>
          </a:ln>
        </p:spPr>
        <p:txBody>
          <a:bodyPr lIns="0" tIns="88920" rIns="0" bIns="0" numCol="1" spcCol="0" anchor="b">
            <a:noAutofit/>
          </a:bodyPr>
          <a:lstStyle/>
          <a:p>
            <a:pPr indent="0">
              <a:lnSpc>
                <a:spcPct val="75000"/>
              </a:lnSpc>
              <a:spcBef>
                <a:spcPts val="1426"/>
              </a:spcBef>
              <a:spcAft>
                <a:spcPts val="14"/>
              </a:spcAft>
              <a:buNone/>
              <a:tabLst>
                <a:tab pos="0" algn="l"/>
              </a:tabLst>
            </a:pPr>
            <a:r>
              <a:rPr lang="en-US" sz="2400" b="1" strike="noStrike" spc="-1">
                <a:solidFill>
                  <a:srgbClr val="000000"/>
                </a:solidFill>
                <a:latin typeface="Calibri"/>
                <a:ea typeface="Noto Sans SC Regular"/>
              </a:rPr>
              <a:t>Click to edit Master text styles</a:t>
            </a:r>
            <a:endParaRPr lang="en-GB" sz="2400" b="0" strike="noStrike" spc="-1">
              <a:solidFill>
                <a:srgbClr val="000000"/>
              </a:solidFill>
              <a:latin typeface="Calibri"/>
            </a:endParaRPr>
          </a:p>
        </p:txBody>
      </p:sp>
      <p:sp>
        <p:nvSpPr>
          <p:cNvPr id="46" name="PlaceHolder 5"/>
          <p:cNvSpPr>
            <a:spLocks noGrp="1"/>
          </p:cNvSpPr>
          <p:nvPr>
            <p:ph type="body"/>
          </p:nvPr>
        </p:nvSpPr>
        <p:spPr>
          <a:xfrm>
            <a:off x="6172200" y="2505240"/>
            <a:ext cx="5182920" cy="3684240"/>
          </a:xfrm>
          <a:prstGeom prst="rect">
            <a:avLst/>
          </a:prstGeom>
          <a:noFill/>
          <a:ln w="0">
            <a:noFill/>
          </a:ln>
        </p:spPr>
        <p:txBody>
          <a:bodyPr lIns="0" tIns="88920" rIns="0" bIns="0" numCol="1" spcCol="0" anchor="t">
            <a:noAutofit/>
          </a:bodyPr>
          <a:lstStyle/>
          <a:p>
            <a:pPr marL="343080" indent="-343080">
              <a:lnSpc>
                <a:spcPct val="75000"/>
              </a:lnSpc>
              <a:spcBef>
                <a:spcPts val="1426"/>
              </a:spcBef>
              <a:spcAft>
                <a:spcPts val="14"/>
              </a:spcAft>
              <a:buNone/>
              <a:tabLst>
                <a:tab pos="0" algn="l"/>
              </a:tabLst>
            </a:pPr>
            <a:r>
              <a:rPr lang="en-US" sz="2800" b="0" strike="noStrike" spc="-1">
                <a:solidFill>
                  <a:srgbClr val="000000"/>
                </a:solidFill>
                <a:latin typeface="Calibri"/>
                <a:ea typeface="Noto Sans SC Regular"/>
              </a:rPr>
              <a:t>Click to edit Master text styles</a:t>
            </a:r>
            <a:endParaRPr lang="en-GB" sz="2800" b="0" strike="noStrike" spc="-1">
              <a:solidFill>
                <a:srgbClr val="000000"/>
              </a:solidFill>
              <a:latin typeface="Calibri"/>
            </a:endParaRPr>
          </a:p>
          <a:p>
            <a:pPr marL="743040" indent="-285840">
              <a:lnSpc>
                <a:spcPct val="75000"/>
              </a:lnSpc>
              <a:spcBef>
                <a:spcPts val="1137"/>
              </a:spcBef>
              <a:spcAft>
                <a:spcPts val="14"/>
              </a:spcAft>
              <a:buNone/>
              <a:tabLst>
                <a:tab pos="0" algn="l"/>
              </a:tabLst>
            </a:pPr>
            <a:r>
              <a:rPr lang="en-US" sz="2000" b="0" strike="noStrike" spc="-1">
                <a:solidFill>
                  <a:srgbClr val="000000"/>
                </a:solidFill>
                <a:latin typeface="Calibri"/>
                <a:ea typeface="Noto Sans SC Regular"/>
              </a:rPr>
              <a:t>Second level</a:t>
            </a:r>
            <a:endParaRPr lang="en-GB" sz="2000" b="0" strike="noStrike" spc="-1">
              <a:solidFill>
                <a:srgbClr val="000000"/>
              </a:solidFill>
              <a:latin typeface="Calibri"/>
            </a:endParaRPr>
          </a:p>
          <a:p>
            <a:pPr marL="1143000" indent="-228600">
              <a:lnSpc>
                <a:spcPct val="75000"/>
              </a:lnSpc>
              <a:spcBef>
                <a:spcPts val="862"/>
              </a:spcBef>
              <a:spcAft>
                <a:spcPts val="14"/>
              </a:spcAft>
              <a:buNone/>
              <a:tabLst>
                <a:tab pos="0" algn="l"/>
              </a:tabLst>
            </a:pPr>
            <a:r>
              <a:rPr lang="en-US" sz="1800" b="0" strike="noStrike" spc="-1">
                <a:solidFill>
                  <a:srgbClr val="000000"/>
                </a:solidFill>
                <a:latin typeface="Calibri"/>
                <a:ea typeface="Noto Sans SC Regular"/>
              </a:rPr>
              <a:t>Third level</a:t>
            </a:r>
            <a:endParaRPr lang="en-GB" sz="1800" b="0" strike="noStrike" spc="-1">
              <a:solidFill>
                <a:srgbClr val="000000"/>
              </a:solidFill>
              <a:latin typeface="Calibri"/>
            </a:endParaRPr>
          </a:p>
          <a:p>
            <a:pPr marL="1600200" indent="-228600">
              <a:lnSpc>
                <a:spcPct val="75000"/>
              </a:lnSpc>
              <a:spcBef>
                <a:spcPts val="575"/>
              </a:spcBef>
              <a:spcAft>
                <a:spcPts val="14"/>
              </a:spcAft>
              <a:buNone/>
              <a:tabLst>
                <a:tab pos="0" algn="l"/>
              </a:tabLst>
            </a:pPr>
            <a:r>
              <a:rPr lang="en-US" sz="1800" b="0" strike="noStrike" spc="-1">
                <a:solidFill>
                  <a:srgbClr val="000000"/>
                </a:solidFill>
                <a:latin typeface="Calibri"/>
                <a:ea typeface="Noto Sans SC Regular"/>
              </a:rPr>
              <a:t>Fourth level</a:t>
            </a:r>
            <a:endParaRPr lang="en-GB" sz="1800" b="0" strike="noStrike" spc="-1">
              <a:solidFill>
                <a:srgbClr val="000000"/>
              </a:solidFill>
              <a:latin typeface="Calibri"/>
            </a:endParaRPr>
          </a:p>
          <a:p>
            <a:pPr marL="2057400" indent="-228600">
              <a:lnSpc>
                <a:spcPct val="75000"/>
              </a:lnSpc>
              <a:spcBef>
                <a:spcPts val="289"/>
              </a:spcBef>
              <a:spcAft>
                <a:spcPts val="14"/>
              </a:spcAft>
              <a:buNone/>
              <a:tabLst>
                <a:tab pos="0" algn="l"/>
              </a:tabLst>
            </a:pPr>
            <a:r>
              <a:rPr lang="en-US" sz="2000" b="0" strike="noStrike" spc="-1">
                <a:solidFill>
                  <a:srgbClr val="000000"/>
                </a:solidFill>
                <a:latin typeface="Calibri"/>
                <a:ea typeface="Noto Sans SC Regular"/>
              </a:rPr>
              <a:t>Fifth level</a:t>
            </a:r>
            <a:endParaRPr lang="en-GB" sz="2000" b="0" strike="noStrike" spc="-1">
              <a:solidFill>
                <a:srgbClr val="000000"/>
              </a:solidFill>
              <a:latin typeface="Calibri"/>
            </a:endParaRPr>
          </a:p>
        </p:txBody>
      </p:sp>
      <p:sp>
        <p:nvSpPr>
          <p:cNvPr id="47" name="PlaceHolder 6"/>
          <p:cNvSpPr>
            <a:spLocks noGrp="1"/>
          </p:cNvSpPr>
          <p:nvPr>
            <p:ph type="dt" idx="10"/>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48" name="PlaceHolder 7"/>
          <p:cNvSpPr>
            <a:spLocks noGrp="1"/>
          </p:cNvSpPr>
          <p:nvPr>
            <p:ph type="ftr" idx="11"/>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49" name="PlaceHolder 8"/>
          <p:cNvSpPr>
            <a:spLocks noGrp="1"/>
          </p:cNvSpPr>
          <p:nvPr>
            <p:ph type="sldNum" idx="12"/>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A9F1F6F5-99BB-40C9-A3E4-751E8645D8D3}"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2200" cy="2385720"/>
          </a:xfrm>
          <a:prstGeom prst="rect">
            <a:avLst/>
          </a:prstGeom>
          <a:noFill/>
          <a:ln w="0">
            <a:noFill/>
          </a:ln>
        </p:spPr>
        <p:txBody>
          <a:bodyPr lIns="91440" tIns="45720" rIns="91440" bIns="45720" numCol="1" spcCol="0" anchor="b">
            <a:noAutofit/>
          </a:bodyPr>
          <a:lstStyle/>
          <a:p>
            <a:pPr indent="0">
              <a:lnSpc>
                <a:spcPct val="83000"/>
              </a:lnSpc>
              <a:spcBef>
                <a:spcPts val="14"/>
              </a:spcBef>
              <a:spcAft>
                <a:spcPts val="14"/>
              </a:spcAft>
              <a:buNone/>
            </a:pPr>
            <a:r>
              <a:rPr lang="en-US" sz="1800" b="0" strike="noStrike" spc="-1">
                <a:solidFill>
                  <a:srgbClr val="000000"/>
                </a:solidFill>
                <a:latin typeface="Calibri"/>
                <a:ea typeface="Noto Sans SC Regular"/>
              </a:rPr>
              <a:t>Click to edit Master title style</a:t>
            </a:r>
            <a:endParaRPr lang="en-GB" sz="1800" b="0" strike="noStrike" spc="-1">
              <a:solidFill>
                <a:schemeClr val="dk1"/>
              </a:solidFill>
              <a:latin typeface="Calibri"/>
            </a:endParaRPr>
          </a:p>
        </p:txBody>
      </p:sp>
      <p:sp>
        <p:nvSpPr>
          <p:cNvPr id="51" name="PlaceHolder 2"/>
          <p:cNvSpPr>
            <a:spLocks noGrp="1"/>
          </p:cNvSpPr>
          <p:nvPr>
            <p:ph type="dt" idx="13"/>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52" name="PlaceHolder 3"/>
          <p:cNvSpPr>
            <a:spLocks noGrp="1"/>
          </p:cNvSpPr>
          <p:nvPr>
            <p:ph type="ftr" idx="14"/>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53" name="PlaceHolder 4"/>
          <p:cNvSpPr>
            <a:spLocks noGrp="1"/>
          </p:cNvSpPr>
          <p:nvPr>
            <p:ph type="sldNum" idx="15"/>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B97C214E-3599-450C-9FCF-E6675FA8B755}"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dt" idx="16"/>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55" name="PlaceHolder 2"/>
          <p:cNvSpPr>
            <a:spLocks noGrp="1"/>
          </p:cNvSpPr>
          <p:nvPr>
            <p:ph type="ftr" idx="17"/>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56" name="PlaceHolder 3"/>
          <p:cNvSpPr>
            <a:spLocks noGrp="1"/>
          </p:cNvSpPr>
          <p:nvPr>
            <p:ph type="sldNum" idx="18"/>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10088E55-B93C-4F5E-87C3-91674E14AE34}"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9880" y="457200"/>
            <a:ext cx="3931920" cy="1599840"/>
          </a:xfrm>
          <a:prstGeom prst="rect">
            <a:avLst/>
          </a:prstGeom>
          <a:noFill/>
          <a:ln w="0">
            <a:noFill/>
          </a:ln>
        </p:spPr>
        <p:txBody>
          <a:bodyPr lIns="91440" tIns="45720" rIns="91440" bIns="45720" numCol="1" spcCol="0" anchor="b">
            <a:noAutofit/>
          </a:bodyPr>
          <a:lstStyle/>
          <a:p>
            <a:pPr indent="0">
              <a:lnSpc>
                <a:spcPct val="83000"/>
              </a:lnSpc>
              <a:spcBef>
                <a:spcPts val="14"/>
              </a:spcBef>
              <a:spcAft>
                <a:spcPts val="14"/>
              </a:spcAft>
              <a:buNone/>
            </a:pPr>
            <a:r>
              <a:rPr lang="en-US" sz="3200" b="0" strike="noStrike" spc="-1">
                <a:solidFill>
                  <a:srgbClr val="000000"/>
                </a:solidFill>
                <a:latin typeface="Calibri"/>
                <a:ea typeface="Noto Sans SC Regular"/>
              </a:rPr>
              <a:t>Click to edit Master title style</a:t>
            </a:r>
            <a:endParaRPr lang="en-GB" sz="3200" b="0" strike="noStrike" spc="-1">
              <a:solidFill>
                <a:schemeClr val="dk1"/>
              </a:solidFill>
              <a:latin typeface="Calibri"/>
            </a:endParaRPr>
          </a:p>
        </p:txBody>
      </p:sp>
      <p:sp>
        <p:nvSpPr>
          <p:cNvPr id="58" name="PlaceHolder 2"/>
          <p:cNvSpPr>
            <a:spLocks noGrp="1"/>
          </p:cNvSpPr>
          <p:nvPr>
            <p:ph type="body"/>
          </p:nvPr>
        </p:nvSpPr>
        <p:spPr>
          <a:xfrm>
            <a:off x="5183280" y="987480"/>
            <a:ext cx="6171840" cy="4873320"/>
          </a:xfrm>
          <a:prstGeom prst="rect">
            <a:avLst/>
          </a:prstGeom>
          <a:noFill/>
          <a:ln w="0">
            <a:noFill/>
          </a:ln>
        </p:spPr>
        <p:txBody>
          <a:bodyPr lIns="0" tIns="88920" rIns="0" bIns="0" numCol="1" spcCol="0" anchor="t">
            <a:noAutofit/>
          </a:bodyPr>
          <a:lstStyle/>
          <a:p>
            <a:pPr marL="343080" indent="-343080">
              <a:lnSpc>
                <a:spcPct val="75000"/>
              </a:lnSpc>
              <a:spcBef>
                <a:spcPts val="1426"/>
              </a:spcBef>
              <a:spcAft>
                <a:spcPts val="14"/>
              </a:spcAft>
              <a:buNone/>
              <a:tabLst>
                <a:tab pos="0" algn="l"/>
              </a:tabLst>
            </a:pPr>
            <a:r>
              <a:rPr lang="en-US" sz="3200" b="0" strike="noStrike" spc="-1">
                <a:solidFill>
                  <a:srgbClr val="000000"/>
                </a:solidFill>
                <a:latin typeface="Calibri"/>
                <a:ea typeface="Noto Sans SC Regular"/>
              </a:rPr>
              <a:t>Click to edit Master text styles</a:t>
            </a:r>
            <a:endParaRPr lang="en-GB" sz="3200" b="0" strike="noStrike" spc="-1">
              <a:solidFill>
                <a:srgbClr val="000000"/>
              </a:solidFill>
              <a:latin typeface="Calibri"/>
            </a:endParaRPr>
          </a:p>
          <a:p>
            <a:pPr marL="743040" indent="-285840">
              <a:lnSpc>
                <a:spcPct val="75000"/>
              </a:lnSpc>
              <a:spcBef>
                <a:spcPts val="1137"/>
              </a:spcBef>
              <a:spcAft>
                <a:spcPts val="14"/>
              </a:spcAft>
              <a:buNone/>
              <a:tabLst>
                <a:tab pos="0" algn="l"/>
              </a:tabLst>
            </a:pPr>
            <a:r>
              <a:rPr lang="en-US" sz="2800" b="0" strike="noStrike" spc="-1">
                <a:solidFill>
                  <a:srgbClr val="000000"/>
                </a:solidFill>
                <a:latin typeface="Calibri"/>
                <a:ea typeface="Noto Sans SC Regular"/>
              </a:rPr>
              <a:t>Second level</a:t>
            </a:r>
            <a:endParaRPr lang="en-GB" sz="2800" b="0" strike="noStrike" spc="-1">
              <a:solidFill>
                <a:srgbClr val="000000"/>
              </a:solidFill>
              <a:latin typeface="Calibri"/>
            </a:endParaRPr>
          </a:p>
          <a:p>
            <a:pPr marL="1143000" indent="-228600">
              <a:lnSpc>
                <a:spcPct val="75000"/>
              </a:lnSpc>
              <a:spcBef>
                <a:spcPts val="862"/>
              </a:spcBef>
              <a:spcAft>
                <a:spcPts val="14"/>
              </a:spcAft>
              <a:buNone/>
              <a:tabLst>
                <a:tab pos="0" algn="l"/>
              </a:tabLst>
            </a:pPr>
            <a:r>
              <a:rPr lang="en-US" sz="2400" b="0" strike="noStrike" spc="-1">
                <a:solidFill>
                  <a:srgbClr val="000000"/>
                </a:solidFill>
                <a:latin typeface="Calibri"/>
                <a:ea typeface="Noto Sans SC Regular"/>
              </a:rPr>
              <a:t>Third level</a:t>
            </a:r>
            <a:endParaRPr lang="en-GB" sz="2400" b="0" strike="noStrike" spc="-1">
              <a:solidFill>
                <a:srgbClr val="000000"/>
              </a:solidFill>
              <a:latin typeface="Calibri"/>
            </a:endParaRPr>
          </a:p>
          <a:p>
            <a:pPr marL="1600200" indent="-228600">
              <a:lnSpc>
                <a:spcPct val="75000"/>
              </a:lnSpc>
              <a:spcBef>
                <a:spcPts val="575"/>
              </a:spcBef>
              <a:spcAft>
                <a:spcPts val="14"/>
              </a:spcAft>
              <a:buNone/>
              <a:tabLst>
                <a:tab pos="0" algn="l"/>
              </a:tabLst>
            </a:pPr>
            <a:r>
              <a:rPr lang="en-US" sz="2000" b="0" strike="noStrike" spc="-1">
                <a:solidFill>
                  <a:srgbClr val="000000"/>
                </a:solidFill>
                <a:latin typeface="Calibri"/>
                <a:ea typeface="Noto Sans SC Regular"/>
              </a:rPr>
              <a:t>Fourth level</a:t>
            </a:r>
            <a:endParaRPr lang="en-GB" sz="2000" b="0" strike="noStrike" spc="-1">
              <a:solidFill>
                <a:srgbClr val="000000"/>
              </a:solidFill>
              <a:latin typeface="Calibri"/>
            </a:endParaRPr>
          </a:p>
          <a:p>
            <a:pPr marL="2057400" indent="-228600">
              <a:lnSpc>
                <a:spcPct val="75000"/>
              </a:lnSpc>
              <a:spcBef>
                <a:spcPts val="289"/>
              </a:spcBef>
              <a:spcAft>
                <a:spcPts val="14"/>
              </a:spcAft>
              <a:buNone/>
              <a:tabLst>
                <a:tab pos="0" algn="l"/>
              </a:tabLst>
            </a:pPr>
            <a:r>
              <a:rPr lang="en-US" sz="2000" b="0" strike="noStrike" spc="-1">
                <a:solidFill>
                  <a:srgbClr val="000000"/>
                </a:solidFill>
                <a:latin typeface="Calibri"/>
                <a:ea typeface="Noto Sans SC Regular"/>
              </a:rPr>
              <a:t>Fifth level</a:t>
            </a:r>
            <a:endParaRPr lang="en-GB" sz="2000" b="0" strike="noStrike" spc="-1">
              <a:solidFill>
                <a:srgbClr val="000000"/>
              </a:solidFill>
              <a:latin typeface="Calibri"/>
            </a:endParaRPr>
          </a:p>
        </p:txBody>
      </p:sp>
      <p:sp>
        <p:nvSpPr>
          <p:cNvPr id="59" name="PlaceHolder 3"/>
          <p:cNvSpPr>
            <a:spLocks noGrp="1"/>
          </p:cNvSpPr>
          <p:nvPr>
            <p:ph type="body"/>
          </p:nvPr>
        </p:nvSpPr>
        <p:spPr>
          <a:xfrm>
            <a:off x="839880" y="2057400"/>
            <a:ext cx="3931920" cy="3811320"/>
          </a:xfrm>
          <a:prstGeom prst="rect">
            <a:avLst/>
          </a:prstGeom>
          <a:noFill/>
          <a:ln w="0">
            <a:noFill/>
          </a:ln>
        </p:spPr>
        <p:txBody>
          <a:bodyPr lIns="0" tIns="88920" rIns="0" bIns="0" numCol="1" spcCol="0" anchor="t">
            <a:noAutofit/>
          </a:bodyPr>
          <a:lstStyle/>
          <a:p>
            <a:pPr indent="0">
              <a:lnSpc>
                <a:spcPct val="75000"/>
              </a:lnSpc>
              <a:spcBef>
                <a:spcPts val="1426"/>
              </a:spcBef>
              <a:spcAft>
                <a:spcPts val="14"/>
              </a:spcAft>
              <a:buNone/>
              <a:tabLst>
                <a:tab pos="0" algn="l"/>
              </a:tabLst>
            </a:pPr>
            <a:r>
              <a:rPr lang="en-US" sz="1600" b="0" strike="noStrike" spc="-1">
                <a:solidFill>
                  <a:srgbClr val="000000"/>
                </a:solidFill>
                <a:latin typeface="Calibri"/>
                <a:ea typeface="Noto Sans SC Regular"/>
              </a:rPr>
              <a:t>Click to edit Master text styles</a:t>
            </a:r>
            <a:endParaRPr lang="en-GB" sz="1600" b="0" strike="noStrike" spc="-1">
              <a:solidFill>
                <a:srgbClr val="000000"/>
              </a:solidFill>
              <a:latin typeface="Calibri"/>
            </a:endParaRPr>
          </a:p>
        </p:txBody>
      </p:sp>
      <p:sp>
        <p:nvSpPr>
          <p:cNvPr id="60" name="PlaceHolder 4"/>
          <p:cNvSpPr>
            <a:spLocks noGrp="1"/>
          </p:cNvSpPr>
          <p:nvPr>
            <p:ph type="dt" idx="19"/>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61" name="PlaceHolder 5"/>
          <p:cNvSpPr>
            <a:spLocks noGrp="1"/>
          </p:cNvSpPr>
          <p:nvPr>
            <p:ph type="ftr" idx="20"/>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62" name="PlaceHolder 6"/>
          <p:cNvSpPr>
            <a:spLocks noGrp="1"/>
          </p:cNvSpPr>
          <p:nvPr>
            <p:ph type="sldNum" idx="21"/>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A432E9C2-B6E2-4F53-9312-5E36C6EB1E01}"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9880" y="457200"/>
            <a:ext cx="3931920" cy="1599840"/>
          </a:xfrm>
          <a:prstGeom prst="rect">
            <a:avLst/>
          </a:prstGeom>
          <a:noFill/>
          <a:ln w="0">
            <a:noFill/>
          </a:ln>
        </p:spPr>
        <p:txBody>
          <a:bodyPr lIns="91440" tIns="45720" rIns="91440" bIns="45720" numCol="1" spcCol="0" anchor="b">
            <a:noAutofit/>
          </a:bodyPr>
          <a:lstStyle/>
          <a:p>
            <a:pPr indent="0">
              <a:lnSpc>
                <a:spcPct val="83000"/>
              </a:lnSpc>
              <a:spcBef>
                <a:spcPts val="14"/>
              </a:spcBef>
              <a:spcAft>
                <a:spcPts val="14"/>
              </a:spcAft>
              <a:buNone/>
            </a:pPr>
            <a:r>
              <a:rPr lang="en-US" sz="3200" b="0" strike="noStrike" spc="-1">
                <a:solidFill>
                  <a:srgbClr val="000000"/>
                </a:solidFill>
                <a:latin typeface="Calibri"/>
                <a:ea typeface="Noto Sans SC Regular"/>
              </a:rPr>
              <a:t>Click to edit Master title style</a:t>
            </a:r>
            <a:endParaRPr lang="en-GB" sz="3200" b="0" strike="noStrike" spc="-1">
              <a:solidFill>
                <a:schemeClr val="dk1"/>
              </a:solidFill>
              <a:latin typeface="Calibri"/>
            </a:endParaRPr>
          </a:p>
        </p:txBody>
      </p:sp>
      <p:sp>
        <p:nvSpPr>
          <p:cNvPr id="64"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indent="0">
              <a:lnSpc>
                <a:spcPct val="83000"/>
              </a:lnSpc>
              <a:spcBef>
                <a:spcPts val="14"/>
              </a:spcBef>
              <a:spcAft>
                <a:spcPts val="14"/>
              </a:spcAft>
              <a:buNone/>
              <a:tabLst>
                <a:tab pos="0" algn="l"/>
              </a:tabLst>
            </a:pPr>
            <a:r>
              <a:rPr lang="en-US" sz="3200" b="0" strike="noStrike" spc="-1">
                <a:solidFill>
                  <a:schemeClr val="dk1"/>
                </a:solidFill>
                <a:latin typeface="Calibri"/>
                <a:ea typeface="Noto Sans SC Regular"/>
              </a:rPr>
              <a:t>Click icon to add picture</a:t>
            </a:r>
            <a:endParaRPr lang="en-GB" sz="3200" b="0" strike="noStrike" spc="-1">
              <a:solidFill>
                <a:srgbClr val="000000"/>
              </a:solidFill>
              <a:latin typeface="Calibri"/>
            </a:endParaRPr>
          </a:p>
        </p:txBody>
      </p:sp>
      <p:sp>
        <p:nvSpPr>
          <p:cNvPr id="65" name="PlaceHolder 3"/>
          <p:cNvSpPr>
            <a:spLocks noGrp="1"/>
          </p:cNvSpPr>
          <p:nvPr>
            <p:ph type="body"/>
          </p:nvPr>
        </p:nvSpPr>
        <p:spPr>
          <a:xfrm>
            <a:off x="839880" y="2057400"/>
            <a:ext cx="3931920" cy="3811320"/>
          </a:xfrm>
          <a:prstGeom prst="rect">
            <a:avLst/>
          </a:prstGeom>
          <a:noFill/>
          <a:ln w="0">
            <a:noFill/>
          </a:ln>
        </p:spPr>
        <p:txBody>
          <a:bodyPr lIns="0" tIns="88920" rIns="0" bIns="0" numCol="1" spcCol="0" anchor="t">
            <a:noAutofit/>
          </a:bodyPr>
          <a:lstStyle/>
          <a:p>
            <a:pPr indent="0">
              <a:lnSpc>
                <a:spcPct val="75000"/>
              </a:lnSpc>
              <a:spcBef>
                <a:spcPts val="1426"/>
              </a:spcBef>
              <a:spcAft>
                <a:spcPts val="14"/>
              </a:spcAft>
              <a:buNone/>
              <a:tabLst>
                <a:tab pos="0" algn="l"/>
              </a:tabLst>
            </a:pPr>
            <a:r>
              <a:rPr lang="en-US" sz="1600" b="0" strike="noStrike" spc="-1">
                <a:solidFill>
                  <a:srgbClr val="000000"/>
                </a:solidFill>
                <a:latin typeface="Calibri"/>
                <a:ea typeface="Noto Sans SC Regular"/>
              </a:rPr>
              <a:t>Click to edit Master text styles</a:t>
            </a:r>
            <a:endParaRPr lang="en-GB" sz="1600" b="0" strike="noStrike" spc="-1">
              <a:solidFill>
                <a:srgbClr val="000000"/>
              </a:solidFill>
              <a:latin typeface="Calibri"/>
            </a:endParaRPr>
          </a:p>
        </p:txBody>
      </p:sp>
      <p:sp>
        <p:nvSpPr>
          <p:cNvPr id="66" name="PlaceHolder 4"/>
          <p:cNvSpPr>
            <a:spLocks noGrp="1"/>
          </p:cNvSpPr>
          <p:nvPr>
            <p:ph type="dt" idx="22"/>
          </p:nvPr>
        </p:nvSpPr>
        <p:spPr>
          <a:xfrm>
            <a:off x="838080" y="6356520"/>
            <a:ext cx="2741400" cy="363240"/>
          </a:xfrm>
          <a:prstGeom prst="rect">
            <a:avLst/>
          </a:prstGeom>
          <a:noFill/>
          <a:ln w="0">
            <a:noFill/>
          </a:ln>
        </p:spPr>
        <p:txBody>
          <a:bodyPr lIns="91440" tIns="45720" rIns="91440" bIns="45720" numCol="1" spcCol="0" anchor="ctr">
            <a:noAutofit/>
          </a:bodyPr>
          <a:lstStyle>
            <a:lvl1pPr indent="0">
              <a:buNone/>
              <a:defRPr lang="uk-UA" sz="1400" b="0" strike="noStrike" spc="-1">
                <a:solidFill>
                  <a:srgbClr val="000000"/>
                </a:solidFill>
                <a:latin typeface="Calibri"/>
              </a:defRPr>
            </a:lvl1pPr>
          </a:lstStyle>
          <a:p>
            <a:pPr indent="0">
              <a:buNone/>
            </a:pPr>
            <a:r>
              <a:rPr lang="uk-UA" sz="1400" b="0" strike="noStrike" spc="-1">
                <a:solidFill>
                  <a:srgbClr val="000000"/>
                </a:solidFill>
                <a:latin typeface="Calibri"/>
              </a:rPr>
              <a:t>&lt;дата/час&gt;</a:t>
            </a:r>
          </a:p>
        </p:txBody>
      </p:sp>
      <p:sp>
        <p:nvSpPr>
          <p:cNvPr id="67" name="PlaceHolder 5"/>
          <p:cNvSpPr>
            <a:spLocks noGrp="1"/>
          </p:cNvSpPr>
          <p:nvPr>
            <p:ph type="ftr" idx="23"/>
          </p:nvPr>
        </p:nvSpPr>
        <p:spPr>
          <a:xfrm>
            <a:off x="4038480" y="6356520"/>
            <a:ext cx="4113000" cy="363240"/>
          </a:xfrm>
          <a:prstGeom prst="rect">
            <a:avLst/>
          </a:prstGeom>
          <a:noFill/>
          <a:ln w="0">
            <a:noFill/>
          </a:ln>
        </p:spPr>
        <p:txBody>
          <a:bodyPr lIns="91440" tIns="45720" rIns="91440" bIns="45720" numCol="1" spcCol="0" anchor="ctr">
            <a:noAutofit/>
          </a:bodyPr>
          <a:lstStyle>
            <a:lvl1pPr indent="0" algn="ctr">
              <a:buNone/>
              <a:defRPr lang="uk-UA" sz="1400" b="0" strike="noStrike" spc="-1">
                <a:solidFill>
                  <a:srgbClr val="000000"/>
                </a:solidFill>
                <a:latin typeface="Calibri"/>
              </a:defRPr>
            </a:lvl1pPr>
          </a:lstStyle>
          <a:p>
            <a:pPr indent="0" algn="ctr">
              <a:buNone/>
            </a:pPr>
            <a:r>
              <a:rPr lang="uk-UA" sz="1400" b="0" strike="noStrike" spc="-1">
                <a:solidFill>
                  <a:srgbClr val="000000"/>
                </a:solidFill>
                <a:latin typeface="Calibri"/>
              </a:rPr>
              <a:t>&lt;нижній колонтитул&gt;</a:t>
            </a:r>
          </a:p>
        </p:txBody>
      </p:sp>
      <p:sp>
        <p:nvSpPr>
          <p:cNvPr id="68" name="PlaceHolder 6"/>
          <p:cNvSpPr>
            <a:spLocks noGrp="1"/>
          </p:cNvSpPr>
          <p:nvPr>
            <p:ph type="sldNum" idx="24"/>
          </p:nvPr>
        </p:nvSpPr>
        <p:spPr>
          <a:xfrm>
            <a:off x="8610480" y="6356520"/>
            <a:ext cx="2741400" cy="363240"/>
          </a:xfrm>
          <a:prstGeom prst="rect">
            <a:avLst/>
          </a:prstGeom>
          <a:noFill/>
          <a:ln w="0">
            <a:noFill/>
          </a:ln>
        </p:spPr>
        <p:txBody>
          <a:bodyPr lIns="91440" tIns="45720" rIns="91440" bIns="45720" numCol="1" spcCol="0" anchor="ctr">
            <a:noAutofit/>
          </a:bodyPr>
          <a:lstStyle>
            <a:lvl1pPr indent="0" algn="r">
              <a:lnSpc>
                <a:spcPct val="100000"/>
              </a:lnSpc>
              <a:spcBef>
                <a:spcPts val="14"/>
              </a:spcBef>
              <a:spcAft>
                <a:spcPts val="14"/>
              </a:spcAft>
              <a:buNone/>
              <a:tabLst>
                <a:tab pos="914400" algn="l"/>
                <a:tab pos="1828800" algn="l"/>
                <a:tab pos="2743200" algn="l"/>
              </a:tabLst>
              <a:defRPr lang="de-DE" sz="1200" b="0" strike="noStrike" spc="-1">
                <a:solidFill>
                  <a:srgbClr val="8B8B8B"/>
                </a:solidFill>
                <a:latin typeface="Calibri"/>
                <a:ea typeface="DejaVu Sans"/>
              </a:defRPr>
            </a:lvl1pPr>
          </a:lstStyle>
          <a:p>
            <a:pPr indent="0" algn="r">
              <a:lnSpc>
                <a:spcPct val="100000"/>
              </a:lnSpc>
              <a:spcBef>
                <a:spcPts val="14"/>
              </a:spcBef>
              <a:spcAft>
                <a:spcPts val="14"/>
              </a:spcAft>
              <a:buNone/>
              <a:tabLst>
                <a:tab pos="914400" algn="l"/>
                <a:tab pos="1828800" algn="l"/>
                <a:tab pos="2743200" algn="l"/>
              </a:tabLst>
            </a:pPr>
            <a:fld id="{157CAA82-77CD-48DF-9364-A671EEA6FF18}" type="slidenum">
              <a:rPr lang="de-DE" sz="1200" b="0" strike="noStrike" spc="-1">
                <a:solidFill>
                  <a:srgbClr val="8B8B8B"/>
                </a:solidFill>
                <a:latin typeface="Calibri"/>
                <a:ea typeface="DejaVu Sans"/>
              </a:rPr>
              <a:t>‹#›</a:t>
            </a:fld>
            <a:endParaRPr lang="uk-UA" sz="1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0" y="1987560"/>
            <a:ext cx="6630480" cy="1885680"/>
          </a:xfrm>
          <a:prstGeom prst="rect">
            <a:avLst/>
          </a:prstGeom>
          <a:noFill/>
          <a:ln w="0">
            <a:noFill/>
          </a:ln>
        </p:spPr>
        <p:txBody>
          <a:bodyPr lIns="91440" tIns="45720" rIns="91440" bIns="45720" numCol="1" spcCol="0" anchor="ctr">
            <a:noAutofit/>
          </a:bodyPr>
          <a:lstStyle/>
          <a:p>
            <a:pPr indent="0">
              <a:lnSpc>
                <a:spcPct val="120000"/>
              </a:lnSpc>
              <a:spcBef>
                <a:spcPts val="14"/>
              </a:spcBef>
              <a:spcAft>
                <a:spcPts val="14"/>
              </a:spcAft>
              <a:buNone/>
              <a:tabLst>
                <a:tab pos="914400" algn="l"/>
                <a:tab pos="1828800" algn="l"/>
                <a:tab pos="2743200" algn="l"/>
                <a:tab pos="3657600" algn="l"/>
                <a:tab pos="4572000" algn="l"/>
                <a:tab pos="5486400" algn="l"/>
              </a:tabLst>
            </a:pPr>
            <a:r>
              <a:rPr lang="en-GB" sz="3200" b="1" strike="noStrike" spc="-1" dirty="0">
                <a:solidFill>
                  <a:srgbClr val="00305E"/>
                </a:solidFill>
                <a:latin typeface="Avenir Next"/>
                <a:ea typeface="Noto Sans SC Regular"/>
              </a:rPr>
              <a:t>Work Package?</a:t>
            </a:r>
            <a:br>
              <a:rPr sz="3200" dirty="0"/>
            </a:br>
            <a:r>
              <a:rPr lang="en-GB" sz="2000" b="0" strike="noStrike" spc="-1" dirty="0">
                <a:solidFill>
                  <a:srgbClr val="00305E"/>
                </a:solidFill>
                <a:latin typeface="Avenir Next"/>
                <a:ea typeface="Noto Sans SC Regular"/>
              </a:rPr>
              <a:t>L’Aquila Consortium Meeting I </a:t>
            </a:r>
            <a:r>
              <a:rPr lang="en-GB" sz="2000" spc="-1" dirty="0">
                <a:solidFill>
                  <a:srgbClr val="00305E"/>
                </a:solidFill>
                <a:latin typeface="Avenir Next"/>
                <a:ea typeface="Noto Sans SC Regular"/>
              </a:rPr>
              <a:t>06</a:t>
            </a:r>
            <a:r>
              <a:rPr lang="en-GB" sz="2000" b="0" strike="noStrike" spc="-1" dirty="0">
                <a:solidFill>
                  <a:srgbClr val="00305E"/>
                </a:solidFill>
                <a:latin typeface="Avenir Next"/>
                <a:ea typeface="Noto Sans SC Regular"/>
              </a:rPr>
              <a:t>.07.2026</a:t>
            </a:r>
            <a:endParaRPr lang="en-GB" sz="2000" b="0" strike="noStrike" spc="-1" dirty="0">
              <a:solidFill>
                <a:schemeClr val="dk1"/>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extBox 4"/>
          <p:cNvSpPr/>
          <p:nvPr/>
        </p:nvSpPr>
        <p:spPr>
          <a:xfrm>
            <a:off x="402840" y="2650320"/>
            <a:ext cx="6131520" cy="31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83000"/>
              </a:lnSpc>
              <a:spcBef>
                <a:spcPts val="14"/>
              </a:spcBef>
              <a:spcAft>
                <a:spcPts val="14"/>
              </a:spcAft>
            </a:pPr>
            <a:r>
              <a:rPr lang="en-DE" sz="1800" b="0" strike="noStrike" spc="-1">
                <a:solidFill>
                  <a:schemeClr val="dk1"/>
                </a:solidFill>
                <a:latin typeface="Calibri"/>
                <a:ea typeface="Noto Sans SC Regular"/>
              </a:rPr>
              <a:t> </a:t>
            </a:r>
            <a:endParaRPr lang="uk-UA" sz="1800" b="0" strike="noStrike" spc="-1">
              <a:solidFill>
                <a:srgbClr val="000000"/>
              </a:solidFill>
              <a:latin typeface="Calibri"/>
            </a:endParaRPr>
          </a:p>
        </p:txBody>
      </p:sp>
      <p:sp>
        <p:nvSpPr>
          <p:cNvPr id="77" name="Text Box 5"/>
          <p:cNvSpPr/>
          <p:nvPr/>
        </p:nvSpPr>
        <p:spPr>
          <a:xfrm>
            <a:off x="853200" y="762120"/>
            <a:ext cx="5242320" cy="4419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List of Tasks</a:t>
            </a:r>
            <a:endParaRPr lang="uk-UA"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Partners involved </a:t>
            </a:r>
            <a:endParaRPr lang="uk-UA" sz="2000" b="0" strike="noStrike" spc="-1">
              <a:solidFill>
                <a:srgbClr val="000000"/>
              </a:solidFill>
              <a:latin typeface="Calibri"/>
            </a:endParaRPr>
          </a:p>
        </p:txBody>
      </p:sp>
      <p:sp>
        <p:nvSpPr>
          <p:cNvPr id="78" name="Rectangle 5"/>
          <p:cNvSpPr/>
          <p:nvPr/>
        </p:nvSpPr>
        <p:spPr>
          <a:xfrm>
            <a:off x="123120" y="6095880"/>
            <a:ext cx="532332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4"/>
              </a:spcBef>
              <a:spcAft>
                <a:spcPts val="14"/>
              </a:spcAft>
              <a:tabLst>
                <a:tab pos="914400" algn="l"/>
                <a:tab pos="1828800" algn="l"/>
                <a:tab pos="2743200" algn="l"/>
                <a:tab pos="3657600" algn="l"/>
                <a:tab pos="4572000" algn="l"/>
                <a:tab pos="5486400" algn="l"/>
                <a:tab pos="6400800" algn="l"/>
              </a:tabLst>
            </a:pPr>
            <a:r>
              <a:rPr lang="de-DE" sz="2800" b="1" strike="noStrike" spc="-1">
                <a:solidFill>
                  <a:srgbClr val="FFC000"/>
                </a:solidFill>
                <a:latin typeface="Avenir Next"/>
                <a:ea typeface="Noto Sans SC Regular"/>
              </a:rPr>
              <a:t>WP Overview</a:t>
            </a:r>
            <a:endParaRPr lang="uk-UA" sz="2800" b="0" strike="noStrike" spc="-1">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5"/>
          <p:cNvSpPr/>
          <p:nvPr/>
        </p:nvSpPr>
        <p:spPr>
          <a:xfrm>
            <a:off x="123120" y="6095880"/>
            <a:ext cx="67345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4"/>
              </a:spcBef>
              <a:spcAft>
                <a:spcPts val="14"/>
              </a:spcAft>
              <a:tabLst>
                <a:tab pos="914400" algn="l"/>
                <a:tab pos="1828800" algn="l"/>
                <a:tab pos="2743200" algn="l"/>
                <a:tab pos="3657600" algn="l"/>
                <a:tab pos="4572000" algn="l"/>
                <a:tab pos="5486400" algn="l"/>
                <a:tab pos="6400800" algn="l"/>
              </a:tabLst>
            </a:pPr>
            <a:r>
              <a:rPr lang="de-DE" sz="2800" b="1" strike="noStrike" spc="-1" dirty="0">
                <a:solidFill>
                  <a:srgbClr val="FFC000"/>
                </a:solidFill>
                <a:latin typeface="Avenir Next"/>
                <a:ea typeface="Noto Sans SC Regular"/>
              </a:rPr>
              <a:t>Year 2 Updates (May 25 - April 26)</a:t>
            </a:r>
            <a:endParaRPr lang="uk-UA" sz="2800" b="0" strike="noStrike" spc="-1" dirty="0">
              <a:solidFill>
                <a:srgbClr val="000000"/>
              </a:solidFill>
              <a:latin typeface="Calibri"/>
            </a:endParaRPr>
          </a:p>
        </p:txBody>
      </p:sp>
      <p:sp>
        <p:nvSpPr>
          <p:cNvPr id="80" name="Text Box 5"/>
          <p:cNvSpPr/>
          <p:nvPr/>
        </p:nvSpPr>
        <p:spPr>
          <a:xfrm>
            <a:off x="865080" y="838080"/>
            <a:ext cx="5687640" cy="434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Important updates</a:t>
            </a:r>
            <a:endParaRPr lang="uk-UA"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Preparation process and status?</a:t>
            </a:r>
            <a:endParaRPr lang="uk-UA"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Any important events?</a:t>
            </a:r>
            <a:endParaRPr lang="uk-UA"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Papers?</a:t>
            </a:r>
            <a:endParaRPr lang="uk-UA"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Any challenges or concerns?</a:t>
            </a:r>
            <a:endParaRPr lang="uk-UA"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a:solidFill>
                  <a:schemeClr val="accent6"/>
                </a:solidFill>
                <a:latin typeface="Avenir Next"/>
                <a:ea typeface="Noto Sans SC Regular"/>
              </a:rPr>
              <a:t>Please prepare separate slides for each</a:t>
            </a:r>
            <a:endParaRPr lang="uk-UA" sz="2000" b="0" strike="noStrike" spc="-1">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p:nvPr>
        </p:nvSpPr>
        <p:spPr>
          <a:xfrm>
            <a:off x="203040" y="480240"/>
            <a:ext cx="5181120" cy="761760"/>
          </a:xfrm>
          <a:prstGeom prst="rect">
            <a:avLst/>
          </a:prstGeom>
          <a:noFill/>
          <a:ln w="0">
            <a:noFill/>
          </a:ln>
        </p:spPr>
        <p:txBody>
          <a:bodyPr lIns="0" tIns="88920" rIns="0" bIns="0" numCol="1" spcCol="0" anchor="ctr">
            <a:noAutofit/>
          </a:bodyPr>
          <a:lstStyle/>
          <a:p>
            <a:pPr marL="343080" indent="-343080" algn="ctr">
              <a:lnSpc>
                <a:spcPct val="75000"/>
              </a:lnSpc>
              <a:spcBef>
                <a:spcPts val="1426"/>
              </a:spcBef>
              <a:spcAft>
                <a:spcPts val="14"/>
              </a:spcAft>
              <a:buNone/>
              <a:tabLst>
                <a:tab pos="0" algn="l"/>
              </a:tabLst>
            </a:pPr>
            <a:r>
              <a:rPr lang="en-GB" sz="2800" b="1" strike="noStrike" spc="-1">
                <a:solidFill>
                  <a:srgbClr val="FFC000"/>
                </a:solidFill>
                <a:latin typeface="Avenir Next"/>
                <a:ea typeface="Noto Sans SC Regular"/>
              </a:rPr>
              <a:t>Deliverable &amp; Milestones</a:t>
            </a:r>
            <a:endParaRPr lang="en-GB" sz="2800" b="0" strike="noStrike" spc="-1">
              <a:solidFill>
                <a:srgbClr val="000000"/>
              </a:solidFill>
              <a:latin typeface="Calibri"/>
            </a:endParaRPr>
          </a:p>
        </p:txBody>
      </p:sp>
      <p:sp>
        <p:nvSpPr>
          <p:cNvPr id="82" name="PlaceHolder 2"/>
          <p:cNvSpPr>
            <a:spLocks noGrp="1"/>
          </p:cNvSpPr>
          <p:nvPr>
            <p:ph/>
          </p:nvPr>
        </p:nvSpPr>
        <p:spPr>
          <a:xfrm>
            <a:off x="5943600" y="2057400"/>
            <a:ext cx="6095520" cy="4495320"/>
          </a:xfrm>
          <a:prstGeom prst="rect">
            <a:avLst/>
          </a:prstGeom>
          <a:noFill/>
          <a:ln w="0">
            <a:noFill/>
          </a:ln>
        </p:spPr>
        <p:txBody>
          <a:bodyPr lIns="0" tIns="88920" rIns="0" bIns="0" numCol="1" spcCol="0" anchor="t">
            <a:noAutofit/>
          </a:bodyPr>
          <a:lstStyle/>
          <a:p>
            <a:pPr marL="343080" indent="-343080">
              <a:lnSpc>
                <a:spcPct val="90000"/>
              </a:lnSpc>
              <a:spcBef>
                <a:spcPts val="1012"/>
              </a:spcBef>
              <a:spcAft>
                <a:spcPts val="14"/>
              </a:spcAft>
              <a:buClr>
                <a:srgbClr val="000000"/>
              </a:buClr>
              <a:buFont typeface="OpenSymbol"/>
              <a:buChar char="-"/>
            </a:pPr>
            <a:r>
              <a:rPr lang="en-GB" sz="2000" b="0" strike="noStrike" spc="-1">
                <a:solidFill>
                  <a:schemeClr val="accent6"/>
                </a:solidFill>
                <a:latin typeface="Avenir Next"/>
                <a:ea typeface="Noto Sans SC Regular"/>
              </a:rPr>
              <a:t>Deliverables’ status?</a:t>
            </a:r>
            <a:endParaRPr lang="en-GB" sz="2000" b="0" strike="noStrike" spc="-1">
              <a:solidFill>
                <a:srgbClr val="000000"/>
              </a:solidFill>
              <a:latin typeface="Calibri"/>
            </a:endParaRPr>
          </a:p>
          <a:p>
            <a:pPr marL="343080" indent="-343080">
              <a:lnSpc>
                <a:spcPct val="90000"/>
              </a:lnSpc>
              <a:spcBef>
                <a:spcPts val="1012"/>
              </a:spcBef>
              <a:spcAft>
                <a:spcPts val="14"/>
              </a:spcAft>
              <a:buClr>
                <a:srgbClr val="000000"/>
              </a:buClr>
              <a:buFont typeface="OpenSymbol"/>
              <a:buChar char="-"/>
            </a:pPr>
            <a:r>
              <a:rPr lang="en-GB" sz="2000" b="0" strike="noStrike" spc="-1">
                <a:solidFill>
                  <a:schemeClr val="accent6"/>
                </a:solidFill>
                <a:latin typeface="Avenir Next"/>
                <a:ea typeface="Noto Sans SC Regular"/>
              </a:rPr>
              <a:t>Milestones?</a:t>
            </a:r>
            <a:endParaRPr lang="en-GB" sz="2000" b="0" strike="noStrike" spc="-1">
              <a:solidFill>
                <a:srgbClr val="000000"/>
              </a:solidFill>
              <a:latin typeface="Calibri"/>
            </a:endParaRPr>
          </a:p>
          <a:p>
            <a:pPr marL="343080" indent="-343080">
              <a:lnSpc>
                <a:spcPct val="75000"/>
              </a:lnSpc>
              <a:spcBef>
                <a:spcPts val="1426"/>
              </a:spcBef>
              <a:spcAft>
                <a:spcPts val="14"/>
              </a:spcAft>
              <a:buNone/>
              <a:tabLst>
                <a:tab pos="0" algn="l"/>
              </a:tabLst>
            </a:pPr>
            <a:endParaRPr lang="en-GB" sz="2000" b="0" strike="noStrike" spc="-1">
              <a:solidFill>
                <a:srgbClr val="000000"/>
              </a:solidFill>
              <a:latin typeface="Calibri"/>
            </a:endParaRPr>
          </a:p>
          <a:p>
            <a:pPr marL="343080" indent="-343080">
              <a:lnSpc>
                <a:spcPct val="75000"/>
              </a:lnSpc>
              <a:spcBef>
                <a:spcPts val="1426"/>
              </a:spcBef>
              <a:spcAft>
                <a:spcPts val="14"/>
              </a:spcAft>
              <a:buNone/>
              <a:tabLst>
                <a:tab pos="0" algn="l"/>
              </a:tabLst>
            </a:pPr>
            <a:endParaRPr lang="en-GB" sz="2000" b="0" strike="noStrike" spc="-1">
              <a:solidFill>
                <a:srgbClr val="000000"/>
              </a:solidFill>
              <a:latin typeface="Calibri"/>
            </a:endParaRPr>
          </a:p>
        </p:txBody>
      </p:sp>
      <p:pic>
        <p:nvPicPr>
          <p:cNvPr id="83" name="Picture Placeholder 5"/>
          <p:cNvPicPr/>
          <p:nvPr/>
        </p:nvPicPr>
        <p:blipFill>
          <a:blip r:embed="rId3"/>
          <a:stretch/>
        </p:blipFill>
        <p:spPr>
          <a:xfrm>
            <a:off x="304920" y="2079000"/>
            <a:ext cx="2057040" cy="2437920"/>
          </a:xfrm>
          <a:prstGeom prst="rect">
            <a:avLst/>
          </a:prstGeom>
          <a:noFill/>
          <a:ln w="0">
            <a:noFill/>
          </a:ln>
        </p:spPr>
      </p:pic>
      <p:pic>
        <p:nvPicPr>
          <p:cNvPr id="84" name="Picture Placeholder 6"/>
          <p:cNvPicPr/>
          <p:nvPr/>
        </p:nvPicPr>
        <p:blipFill>
          <a:blip r:embed="rId3"/>
          <a:stretch/>
        </p:blipFill>
        <p:spPr>
          <a:xfrm>
            <a:off x="2669040" y="2079000"/>
            <a:ext cx="2057040" cy="24379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5"/>
          <p:cNvSpPr/>
          <p:nvPr/>
        </p:nvSpPr>
        <p:spPr>
          <a:xfrm>
            <a:off x="123120" y="6095880"/>
            <a:ext cx="67345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4"/>
              </a:spcBef>
              <a:spcAft>
                <a:spcPts val="14"/>
              </a:spcAft>
              <a:tabLst>
                <a:tab pos="914400" algn="l"/>
                <a:tab pos="1828800" algn="l"/>
                <a:tab pos="2743200" algn="l"/>
                <a:tab pos="3657600" algn="l"/>
                <a:tab pos="4572000" algn="l"/>
                <a:tab pos="5486400" algn="l"/>
                <a:tab pos="6400800" algn="l"/>
              </a:tabLst>
            </a:pPr>
            <a:r>
              <a:rPr lang="de-DE" sz="2800" b="1" strike="noStrike" spc="-1" dirty="0">
                <a:solidFill>
                  <a:srgbClr val="FFC000"/>
                </a:solidFill>
                <a:latin typeface="Avenir Next"/>
                <a:ea typeface="Noto Sans SC Regular"/>
              </a:rPr>
              <a:t>Year 3 Updates (May 26 - April 27)</a:t>
            </a:r>
            <a:endParaRPr lang="uk-UA" sz="2800" b="0" strike="noStrike" spc="-1" dirty="0">
              <a:solidFill>
                <a:srgbClr val="000000"/>
              </a:solidFill>
              <a:latin typeface="Calibri"/>
            </a:endParaRPr>
          </a:p>
        </p:txBody>
      </p:sp>
      <p:sp>
        <p:nvSpPr>
          <p:cNvPr id="86" name="Text Box 5"/>
          <p:cNvSpPr/>
          <p:nvPr/>
        </p:nvSpPr>
        <p:spPr>
          <a:xfrm>
            <a:off x="865080" y="838080"/>
            <a:ext cx="5687640" cy="434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dirty="0">
                <a:solidFill>
                  <a:schemeClr val="accent6"/>
                </a:solidFill>
                <a:latin typeface="Avenir Next"/>
                <a:ea typeface="Noto Sans SC Regular"/>
              </a:rPr>
              <a:t>What are the activities planned for Year 3?</a:t>
            </a:r>
            <a:endParaRPr lang="uk-UA" sz="2000" b="0" strike="noStrike" spc="-1" dirty="0">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dirty="0">
                <a:solidFill>
                  <a:schemeClr val="accent6"/>
                </a:solidFill>
                <a:latin typeface="Avenir Next"/>
                <a:ea typeface="Noto Sans SC Regular"/>
              </a:rPr>
              <a:t>Role of each partners involved within these tasks and activities planned</a:t>
            </a:r>
            <a:endParaRPr lang="uk-UA" sz="2000" b="0" strike="noStrike" spc="-1" dirty="0">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dirty="0">
                <a:solidFill>
                  <a:schemeClr val="accent6"/>
                </a:solidFill>
                <a:latin typeface="Avenir Next"/>
                <a:ea typeface="Noto Sans SC Regular"/>
              </a:rPr>
              <a:t>Tentative deadlines for workshops/ events/ papers/ reports</a:t>
            </a:r>
            <a:endParaRPr lang="uk-UA" sz="2000" b="0" strike="noStrike" spc="-1" dirty="0">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dirty="0">
                <a:solidFill>
                  <a:schemeClr val="accent6"/>
                </a:solidFill>
                <a:latin typeface="Avenir Next"/>
                <a:ea typeface="Noto Sans SC Regular"/>
              </a:rPr>
              <a:t>Support required from pilot cities or other partners for the planned activities?</a:t>
            </a:r>
            <a:endParaRPr lang="uk-UA" sz="2000" b="0" strike="noStrike" spc="-1" dirty="0">
              <a:solidFill>
                <a:srgbClr val="000000"/>
              </a:solidFill>
              <a:latin typeface="Calibri"/>
            </a:endParaRPr>
          </a:p>
          <a:p>
            <a:pPr marL="343080" indent="-343080">
              <a:lnSpc>
                <a:spcPct val="90000"/>
              </a:lnSpc>
              <a:spcBef>
                <a:spcPts val="1012"/>
              </a:spcBef>
              <a:spcAft>
                <a:spcPts val="14"/>
              </a:spcAft>
              <a:buClr>
                <a:srgbClr val="000000"/>
              </a:buClr>
              <a:buFont typeface="OpenSymbol"/>
              <a:buChar char="-"/>
              <a:tabLst>
                <a:tab pos="0" algn="l"/>
                <a:tab pos="914400" algn="l"/>
                <a:tab pos="1828800" algn="l"/>
                <a:tab pos="2743200" algn="l"/>
                <a:tab pos="3657600" algn="l"/>
                <a:tab pos="4572000" algn="l"/>
                <a:tab pos="5486400" algn="l"/>
              </a:tabLst>
            </a:pPr>
            <a:r>
              <a:rPr lang="en-GB" sz="2000" b="0" strike="noStrike" spc="-1" dirty="0">
                <a:solidFill>
                  <a:schemeClr val="accent6"/>
                </a:solidFill>
                <a:latin typeface="Avenir Next"/>
                <a:ea typeface="Noto Sans SC Regular"/>
              </a:rPr>
              <a:t>Please make a tentative timeline</a:t>
            </a:r>
            <a:endParaRPr lang="uk-UA" sz="2000" b="0" strike="noStrike" spc="-1" dirty="0">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Picture 1"/>
          <p:cNvPicPr/>
          <p:nvPr/>
        </p:nvPicPr>
        <p:blipFill>
          <a:blip r:embed="rId3"/>
          <a:srcRect t="24698" b="19286"/>
          <a:stretch/>
        </p:blipFill>
        <p:spPr>
          <a:xfrm>
            <a:off x="1835280" y="0"/>
            <a:ext cx="8523000" cy="6857640"/>
          </a:xfrm>
          <a:prstGeom prst="rect">
            <a:avLst/>
          </a:prstGeom>
          <a:noFill/>
          <a:ln w="0">
            <a:noFill/>
          </a:ln>
        </p:spPr>
      </p:pic>
      <p:sp>
        <p:nvSpPr>
          <p:cNvPr id="88" name="Rectangle 2"/>
          <p:cNvSpPr/>
          <p:nvPr/>
        </p:nvSpPr>
        <p:spPr>
          <a:xfrm>
            <a:off x="2793600" y="2168640"/>
            <a:ext cx="6473880" cy="1587240"/>
          </a:xfrm>
          <a:prstGeom prst="rect">
            <a:avLst/>
          </a:prstGeom>
          <a:solidFill>
            <a:srgbClr val="75B23C"/>
          </a:solid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83000"/>
              </a:lnSpc>
              <a:spcBef>
                <a:spcPts val="14"/>
              </a:spcBef>
              <a:spcAft>
                <a:spcPts val="14"/>
              </a:spcAft>
            </a:pPr>
            <a:endParaRPr lang="en-DE" sz="1800" b="0" strike="noStrike" spc="-1">
              <a:solidFill>
                <a:schemeClr val="dk1"/>
              </a:solidFill>
              <a:latin typeface="Calibri"/>
              <a:ea typeface="Noto Sans SC Regular"/>
            </a:endParaRPr>
          </a:p>
        </p:txBody>
      </p:sp>
      <p:sp>
        <p:nvSpPr>
          <p:cNvPr id="89" name="Rectangle 4"/>
          <p:cNvSpPr/>
          <p:nvPr/>
        </p:nvSpPr>
        <p:spPr>
          <a:xfrm>
            <a:off x="2133720" y="1257480"/>
            <a:ext cx="7905240" cy="775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14"/>
              </a:spcBef>
              <a:spcAft>
                <a:spcPts val="14"/>
              </a:spcAft>
              <a:tabLst>
                <a:tab pos="914400" algn="l"/>
                <a:tab pos="1828800" algn="l"/>
                <a:tab pos="2743200" algn="l"/>
                <a:tab pos="3657600" algn="l"/>
                <a:tab pos="4572000" algn="l"/>
                <a:tab pos="5486400" algn="l"/>
                <a:tab pos="6400800" algn="l"/>
                <a:tab pos="7315200" algn="l"/>
              </a:tabLst>
            </a:pPr>
            <a:r>
              <a:rPr lang="en-US" sz="1500" b="0" i="1" strike="noStrike" spc="-1">
                <a:solidFill>
                  <a:srgbClr val="808080"/>
                </a:solidFill>
                <a:latin typeface="Calibri"/>
                <a:ea typeface="Noto Sans SC Regular"/>
              </a:rPr>
              <a:t>Funded</a:t>
            </a:r>
            <a:r>
              <a:rPr lang="de-DE" sz="1500" b="0" i="1" strike="noStrike" spc="-1">
                <a:solidFill>
                  <a:srgbClr val="808080"/>
                </a:solidFill>
                <a:latin typeface="Calibri"/>
                <a:ea typeface="Noto Sans SC Regular"/>
              </a:rPr>
              <a:t> under HORIZON-MISS-2023-CIT-02 call, GA 101148374</a:t>
            </a:r>
            <a:r>
              <a:rPr lang="en-US" sz="1500" b="0" i="1" strike="noStrike" spc="-1">
                <a:solidFill>
                  <a:srgbClr val="808080"/>
                </a:solidFill>
                <a:latin typeface="Calibri"/>
                <a:ea typeface="Noto Sans SC Regular"/>
              </a:rPr>
              <a:t>. Views and opinions expressed are however those of the author(s) only and do not necessarily reflect those of the European Union or CINEA. Neither the European Union nor the granting authority can be held responsible for them.</a:t>
            </a:r>
            <a:endParaRPr lang="uk-UA" sz="1500" b="0" strike="noStrike" spc="-1">
              <a:solidFill>
                <a:srgbClr val="000000"/>
              </a:solidFill>
              <a:latin typeface="Calibri"/>
            </a:endParaRPr>
          </a:p>
        </p:txBody>
      </p:sp>
      <p:pic>
        <p:nvPicPr>
          <p:cNvPr id="90" name="Picture 5"/>
          <p:cNvPicPr/>
          <p:nvPr/>
        </p:nvPicPr>
        <p:blipFill>
          <a:blip r:embed="rId4"/>
          <a:stretch/>
        </p:blipFill>
        <p:spPr>
          <a:xfrm>
            <a:off x="873720" y="1990080"/>
            <a:ext cx="1919520" cy="1944000"/>
          </a:xfrm>
          <a:prstGeom prst="rect">
            <a:avLst/>
          </a:prstGeom>
          <a:noFill/>
          <a:ln w="0">
            <a:noFill/>
          </a:ln>
        </p:spPr>
      </p:pic>
      <p:sp>
        <p:nvSpPr>
          <p:cNvPr id="91" name="Rectangle 5"/>
          <p:cNvSpPr/>
          <p:nvPr/>
        </p:nvSpPr>
        <p:spPr>
          <a:xfrm>
            <a:off x="2655720" y="2670480"/>
            <a:ext cx="661140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14"/>
              </a:spcBef>
              <a:spcAft>
                <a:spcPts val="14"/>
              </a:spcAft>
              <a:tabLst>
                <a:tab pos="914400" algn="l"/>
                <a:tab pos="1828800" algn="l"/>
                <a:tab pos="2743200" algn="l"/>
                <a:tab pos="3657600" algn="l"/>
                <a:tab pos="4572000" algn="l"/>
                <a:tab pos="5486400" algn="l"/>
                <a:tab pos="6400800" algn="l"/>
              </a:tabLst>
            </a:pPr>
            <a:r>
              <a:rPr lang="de-DE" sz="3200" b="1" strike="noStrike" spc="-1">
                <a:solidFill>
                  <a:srgbClr val="00305E"/>
                </a:solidFill>
                <a:latin typeface="Avenir Next"/>
                <a:ea typeface="Noto Sans SC Regular"/>
              </a:rPr>
              <a:t>Thank you!</a:t>
            </a:r>
            <a:endParaRPr lang="uk-UA" sz="3200" b="0" strike="noStrike" spc="-1">
              <a:solidFill>
                <a:srgbClr val="000000"/>
              </a:solidFill>
              <a:latin typeface="Calibri"/>
            </a:endParaRPr>
          </a:p>
        </p:txBody>
      </p:sp>
      <p:pic>
        <p:nvPicPr>
          <p:cNvPr id="92" name="Picture 2" descr="A logo for a company&#10;&#10;Description automatically generated with medium confidence"/>
          <p:cNvPicPr/>
          <p:nvPr/>
        </p:nvPicPr>
        <p:blipFill>
          <a:blip r:embed="rId5"/>
          <a:stretch/>
        </p:blipFill>
        <p:spPr>
          <a:xfrm>
            <a:off x="9426240" y="2156400"/>
            <a:ext cx="1599480" cy="159948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Noto Sans SC Regular"/>
        <a:cs typeface="Noto Sans SC Regular"/>
      </a:majorFont>
      <a:minorFont>
        <a:latin typeface="Calibri"/>
        <a:ea typeface="Noto Sans SC Regular"/>
        <a:cs typeface="Noto Sans SC Regular"/>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57</TotalTime>
  <Words>177</Words>
  <Application>Microsoft Macintosh PowerPoint</Application>
  <PresentationFormat>Widescreen</PresentationFormat>
  <Paragraphs>29</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Avenir Next</vt:lpstr>
      <vt:lpstr>Bahnschrift</vt:lpstr>
      <vt:lpstr>Calibri</vt:lpstr>
      <vt:lpstr>OpenSymbol</vt:lpstr>
      <vt:lpstr>Symbol</vt:lpstr>
      <vt:lpstr>Wingdings</vt:lpstr>
      <vt:lpstr>Office Theme</vt:lpstr>
      <vt:lpstr>Work Package? L’Aquila Consortium Meeting I 06.07.2026</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Rajkumar, Shanmathi</dc:creator>
  <dc:description/>
  <cp:lastModifiedBy>Shanmathi Rajkumar</cp:lastModifiedBy>
  <cp:revision>5</cp:revision>
  <cp:lastPrinted>1601-01-01T00:00:00Z</cp:lastPrinted>
  <dcterms:created xsi:type="dcterms:W3CDTF">2025-05-12T14:53:27Z</dcterms:created>
  <dcterms:modified xsi:type="dcterms:W3CDTF">2026-06-17T07:44:43Z</dcterms:modified>
  <dc:language>uk-UA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Widescreen</vt:lpwstr>
  </property>
  <property fmtid="{D5CDD505-2E9C-101B-9397-08002B2CF9AE}" pid="4" name="Slides">
    <vt:i4>6</vt:i4>
  </property>
</Properties>
</file>