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slideMasters/slideMaster28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_rels/slideMaster2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7.xml.rels" ContentType="application/vnd.openxmlformats-package.relationships+xml"/>
  <Override PartName="/ppt/slideMasters/slideMaster5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Layouts/_rels/slideLayout17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32.xml.rels" ContentType="application/vnd.openxmlformats-package.relationships+xml"/>
  <Override PartName="/ppt/slideLayouts/slideLayout26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9.xml" ContentType="application/vnd.openxmlformats-officedocument.theme+xml"/>
  <Override PartName="/ppt/theme/theme6.xml" ContentType="application/vnd.openxmlformats-officedocument.theme+xml"/>
  <Override PartName="/ppt/theme/theme28.xml" ContentType="application/vnd.openxmlformats-officedocument.theme+xml"/>
  <Override PartName="/ppt/theme/theme5.xml" ContentType="application/vnd.openxmlformats-officedocument.theme+xml"/>
  <Override PartName="/ppt/theme/theme22.xml" ContentType="application/vnd.openxmlformats-officedocument.theme+xml"/>
  <Override PartName="/ppt/theme/theme14.xml" ContentType="application/vnd.openxmlformats-officedocument.theme+xml"/>
  <Override PartName="/ppt/theme/theme31.xml" ContentType="application/vnd.openxmlformats-officedocument.theme+xml"/>
  <Override PartName="/ppt/theme/theme23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20.xml" ContentType="application/vnd.openxmlformats-officedocument.theme+xml"/>
  <Override PartName="/ppt/theme/theme12.xml" ContentType="application/vnd.openxmlformats-officedocument.theme+xml"/>
  <Override PartName="/ppt/theme/theme21.xml" ContentType="application/vnd.openxmlformats-officedocument.theme+xml"/>
  <Override PartName="/ppt/theme/theme30.xml" ContentType="application/vnd.openxmlformats-officedocument.theme+xml"/>
  <Override PartName="/ppt/theme/theme13.xml" ContentType="application/vnd.openxmlformats-officedocument.theme+xml"/>
  <Override PartName="/ppt/theme/theme7.xml" ContentType="application/vnd.openxmlformats-officedocument.theme+xml"/>
  <Override PartName="/ppt/theme/theme15.xml" ContentType="application/vnd.openxmlformats-officedocument.theme+xml"/>
  <Override PartName="/ppt/theme/theme32.xml" ContentType="application/vnd.openxmlformats-officedocument.theme+xml"/>
  <Override PartName="/ppt/theme/theme16.xml" ContentType="application/vnd.openxmlformats-officedocument.theme+xml"/>
  <Override PartName="/ppt/theme/theme33.xml" ContentType="application/vnd.openxmlformats-officedocument.theme+xml"/>
  <Override PartName="/ppt/theme/theme17.xml" ContentType="application/vnd.openxmlformats-officedocument.theme+xml"/>
  <Override PartName="/ppt/theme/theme24.xml" ContentType="application/vnd.openxmlformats-officedocument.theme+xml"/>
  <Override PartName="/ppt/theme/theme1.xml" ContentType="application/vnd.openxmlformats-officedocument.theme+xml"/>
  <Override PartName="/ppt/theme/theme25.xml" ContentType="application/vnd.openxmlformats-officedocument.theme+xml"/>
  <Override PartName="/ppt/theme/theme2.xml" ContentType="application/vnd.openxmlformats-officedocument.theme+xml"/>
  <Override PartName="/ppt/theme/theme18.xml" ContentType="application/vnd.openxmlformats-officedocument.theme+xml"/>
  <Override PartName="/ppt/theme/theme26.xml" ContentType="application/vnd.openxmlformats-officedocument.theme+xml"/>
  <Override PartName="/ppt/theme/theme3.xml" ContentType="application/vnd.openxmlformats-officedocument.theme+xml"/>
  <Override PartName="/ppt/theme/theme19.xml" ContentType="application/vnd.openxmlformats-officedocument.theme+xml"/>
  <Override PartName="/ppt/theme/theme27.xml" ContentType="application/vnd.openxmlformats-officedocument.theme+xml"/>
  <Override PartName="/ppt/theme/theme4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media/image1.png" ContentType="image/png"/>
  <Override PartName="/ppt/media/image2.png" ContentType="image/png"/>
  <Override PartName="/ppt/media/image3.png" ContentType="image/pn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  <p:sldMasterId id="2147483706" r:id="rId31"/>
    <p:sldMasterId id="2147483708" r:id="rId32"/>
    <p:sldMasterId id="2147483710" r:id="rId33"/>
  </p:sldMasterIdLst>
  <p:notesMasterIdLst>
    <p:notesMasterId r:id="rId34"/>
  </p:notesMasterIdLst>
  <p:sldIdLst>
    <p:sldId id="256" r:id="rId35"/>
    <p:sldId id="257" r:id="rId36"/>
    <p:sldId id="258" r:id="rId37"/>
    <p:sldId id="259" r:id="rId38"/>
    <p:sldId id="260" r:id="rId39"/>
    <p:sldId id="261" r:id="rId4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notesMaster" Target="notesMasters/notesMaster1.xml"/><Relationship Id="rId35" Type="http://schemas.openxmlformats.org/officeDocument/2006/relationships/slide" Target="slides/slide1.xml"/><Relationship Id="rId36" Type="http://schemas.openxmlformats.org/officeDocument/2006/relationships/slide" Target="slides/slide2.xml"/><Relationship Id="rId37" Type="http://schemas.openxmlformats.org/officeDocument/2006/relationships/slide" Target="slides/slide3.xml"/><Relationship Id="rId38" Type="http://schemas.openxmlformats.org/officeDocument/2006/relationships/slide" Target="slides/slide4.xml"/><Relationship Id="rId39" Type="http://schemas.openxmlformats.org/officeDocument/2006/relationships/slide" Target="slides/slide5.xml"/><Relationship Id="rId40" Type="http://schemas.openxmlformats.org/officeDocument/2006/relationships/slide" Target="slides/slide6.xml"/><Relationship Id="rId4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spostare la diapositiva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it-IT" sz="2000" spc="-1" strike="noStrike">
                <a:solidFill>
                  <a:srgbClr val="000000"/>
                </a:solidFill>
                <a:latin typeface="Calibri"/>
              </a:rPr>
              <a:t>Fai clic per modificare il formato delle note</a:t>
            </a:r>
            <a:endParaRPr b="0" lang="it-IT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&lt;intestazione&gt;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dt" idx="6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&lt;data/ora&gt;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ftr" idx="6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6"/>
          <p:cNvSpPr>
            <a:spLocks noGrp="1"/>
          </p:cNvSpPr>
          <p:nvPr>
            <p:ph type="sldNum" idx="6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buNone/>
            </a:pPr>
            <a:fld id="{DB754052-2930-4A1C-BF37-DB8E4CE2C9E1}" type="slidenum">
              <a:rPr b="0" lang="it-IT" sz="1400" spc="-1" strike="noStrike">
                <a:solidFill>
                  <a:srgbClr val="000000"/>
                </a:solidFill>
                <a:latin typeface="Calibri"/>
              </a:rPr>
              <a:t>&lt;numero&gt;</a:t>
            </a:fld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05B8294-C919-4DA6-9CBA-C631C6D95769}" type="slidenum">
              <a:rPr b="0" lang="it-IT" sz="1200" spc="-1" strike="noStrike">
                <a:solidFill>
                  <a:srgbClr val="000000"/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0">
              <a:buNone/>
            </a:pPr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it-IT" sz="12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37C75D8-73E2-49FF-B934-5DF362311719}" type="slidenum">
              <a:rPr b="0" lang="it-IT" sz="1200" spc="-1" strike="noStrike">
                <a:solidFill>
                  <a:srgbClr val="000000"/>
                </a:solidFill>
                <a:latin typeface="Calibri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F6B88D-3944-4395-A071-1C73413BCC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A87D11-9163-4118-BD05-06E64CE02F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01C5287-A8DC-4CEF-B7B2-071A6ECF1C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A0F6E45-D644-48DD-BA22-1089FFF2498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BBDEDCBD-913C-4C33-BC9D-E95FF5AB5C4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E07D3A8C-ED46-462A-89B8-56B59A0BA3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D54FA6B-1944-4389-B818-F0885BDD49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D82B08C-A621-4546-A6DF-698F0915BA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10035706-57CD-44D3-A62E-DF7F4462E57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E1BC0940-C03E-41AE-B176-D8A402415B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A67A2D30-899C-4C00-86C0-1D45998CD5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fini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it-IT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6"/>
          </p:nvPr>
        </p:nvSpPr>
        <p:spPr/>
        <p:txBody>
          <a:bodyPr/>
          <a:p>
            <a:fld id="{4701E8FD-6E16-46AF-BE44-C85042A483E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4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Predefini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9"/>
          </p:nvPr>
        </p:nvSpPr>
        <p:spPr/>
        <p:txBody>
          <a:bodyPr/>
          <a:p>
            <a:fld id="{76E70364-58CF-4078-BBC1-90CBF8ACFA0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7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Predefini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p>
            <a:fld id="{3A1FD0FB-4AAD-48B6-B173-C815A3612B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fini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5"/>
          </p:nvPr>
        </p:nvSpPr>
        <p:spPr/>
        <p:txBody>
          <a:bodyPr/>
          <a:p>
            <a:fld id="{A9F09E42-C83E-4667-9462-E9462C9A5B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3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8"/>
          </p:nvPr>
        </p:nvSpPr>
        <p:spPr/>
        <p:txBody>
          <a:bodyPr/>
          <a:p>
            <a:fld id="{F637BF5A-9FA4-4ED9-AB50-2B73C58C9A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6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fini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1"/>
          </p:nvPr>
        </p:nvSpPr>
        <p:spPr/>
        <p:txBody>
          <a:bodyPr/>
          <a:p>
            <a:fld id="{808D2F28-4E66-4AF9-84FB-37BE384B79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9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4"/>
          </p:nvPr>
        </p:nvSpPr>
        <p:spPr/>
        <p:txBody>
          <a:bodyPr/>
          <a:p>
            <a:fld id="{5C6170BE-C6A2-406F-A929-502DEC621AE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2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fini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7"/>
          </p:nvPr>
        </p:nvSpPr>
        <p:spPr/>
        <p:txBody>
          <a:bodyPr/>
          <a:p>
            <a:fld id="{EAE7E70D-6EA7-4F35-94E3-D2699E7CAAF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5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0"/>
          </p:nvPr>
        </p:nvSpPr>
        <p:spPr/>
        <p:txBody>
          <a:bodyPr/>
          <a:p>
            <a:fld id="{9E7162F7-EA1B-43D3-8148-B127D58D17E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8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3"/>
          </p:nvPr>
        </p:nvSpPr>
        <p:spPr/>
        <p:txBody>
          <a:bodyPr/>
          <a:p>
            <a:fld id="{A4D32389-BAD2-4B2C-95CA-2FFD21CFBC1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1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fini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6"/>
          </p:nvPr>
        </p:nvSpPr>
        <p:spPr/>
        <p:txBody>
          <a:bodyPr/>
          <a:p>
            <a:fld id="{1EA0667F-1DD4-4423-A274-F37D273023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4"/>
          </p:nvPr>
        </p:nvSpPr>
        <p:spPr/>
        <p:txBody>
          <a:bodyPr/>
          <a:p>
            <a:r>
              <a:rPr lang="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0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1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60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448962-8ABF-494A-AB89-1E5D02CCCA13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AD0D07-9C7E-49A5-82AE-FECAA85B96C9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1CD7ED3-C0B2-4E70-AFE2-155F9F646391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62FC35F-33EF-48E8-A77F-B7BAEDCA99B1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60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单击此处编辑母版文本样式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D23B6B-169B-4E6F-872A-A7CB422C67DD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AEB28C-5C31-4800-8829-D19DB575355F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78A5FF-F744-4C84-B33A-B4C099F668E2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42F7FF-722B-4549-BA88-451964B235D4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A02024-A833-42E2-A5EF-DE4072695DC8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16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8AEBCF-0BC3-4916-B1EC-0E51976EAB9B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16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39127A5-5823-470F-B58A-7CD2301C9A46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zh-CN" sz="60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60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7B38D7-C14F-464A-ADF8-4B1FF038B448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28602B-8DE3-426A-BB67-00FEAEB84549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FA18E2-A8A5-4971-BDED-FD140E660C0B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body"/>
          </p:nvPr>
        </p:nvSpPr>
        <p:spPr>
          <a:xfrm>
            <a:off x="1431360" y="3149640"/>
            <a:ext cx="9624240" cy="30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modificare il formato del testo del titolo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modificare il formato del testo del titolo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8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20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20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body"/>
          </p:nvPr>
        </p:nvSpPr>
        <p:spPr>
          <a:xfrm>
            <a:off x="249120" y="1400400"/>
            <a:ext cx="7102440" cy="405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body"/>
          </p:nvPr>
        </p:nvSpPr>
        <p:spPr>
          <a:xfrm>
            <a:off x="5153760" y="1713240"/>
            <a:ext cx="4562280" cy="380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10201680" y="1713240"/>
            <a:ext cx="4562280" cy="3803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body"/>
          </p:nvPr>
        </p:nvSpPr>
        <p:spPr>
          <a:xfrm>
            <a:off x="175320" y="2872440"/>
            <a:ext cx="3684960" cy="195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4221000" y="2872440"/>
            <a:ext cx="3684960" cy="195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body"/>
          </p:nvPr>
        </p:nvSpPr>
        <p:spPr>
          <a:xfrm>
            <a:off x="8294400" y="2872440"/>
            <a:ext cx="3684960" cy="1956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body"/>
          </p:nvPr>
        </p:nvSpPr>
        <p:spPr>
          <a:xfrm>
            <a:off x="554040" y="880560"/>
            <a:ext cx="5301360" cy="254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5880" y="3868560"/>
            <a:ext cx="5453640" cy="254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18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982460-586D-42B2-B760-A92412EBEE83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60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60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24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单击此处编辑母版文本样式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69ACE7-638A-4070-9DA1-9F8DB341E3BB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dt" idx="4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ftr" idx="5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sldNum" idx="5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89C1BD-A20B-4898-8DC4-29E7AE617DFF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zh-CN" sz="24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18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18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19" name="PlaceHolder 6"/>
          <p:cNvSpPr>
            <a:spLocks noGrp="1"/>
          </p:cNvSpPr>
          <p:nvPr>
            <p:ph type="dt" idx="5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7"/>
          <p:cNvSpPr>
            <a:spLocks noGrp="1"/>
          </p:cNvSpPr>
          <p:nvPr>
            <p:ph type="ftr" idx="5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8"/>
          <p:cNvSpPr>
            <a:spLocks noGrp="1"/>
          </p:cNvSpPr>
          <p:nvPr>
            <p:ph type="sldNum" idx="5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BFDA23-A728-405F-9A40-D207CF15C143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44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44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dt" idx="5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ftr" idx="5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sldNum" idx="5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1A4B10-8E4E-41E3-B6EA-7A5DC192A565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dt" idx="5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ftr" idx="5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6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AC13C96-F3AF-449C-8710-A9333569B1D9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32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800" spc="-1" strike="noStrike">
                <a:solidFill>
                  <a:schemeClr val="dk1"/>
                </a:solidFill>
                <a:latin typeface="等线"/>
              </a:rPr>
              <a:t>二级</a:t>
            </a:r>
            <a:endParaRPr b="0" lang="it-IT" sz="2800" spc="-1" strike="noStrike">
              <a:solidFill>
                <a:schemeClr val="dk1"/>
              </a:solidFill>
              <a:latin typeface="等线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400" spc="-1" strike="noStrike">
                <a:solidFill>
                  <a:schemeClr val="dk1"/>
                </a:solidFill>
                <a:latin typeface="等线"/>
              </a:rPr>
              <a:t>三级</a:t>
            </a:r>
            <a:endParaRPr b="0" lang="it-IT" sz="2400" spc="-1" strike="noStrike">
              <a:solidFill>
                <a:schemeClr val="dk1"/>
              </a:solidFill>
              <a:latin typeface="等线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四级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zh-CN" sz="2000" spc="-1" strike="noStrike">
                <a:solidFill>
                  <a:schemeClr val="dk1"/>
                </a:solidFill>
                <a:latin typeface="等线"/>
              </a:rPr>
              <a:t>五级</a:t>
            </a:r>
            <a:endParaRPr b="0" lang="it-IT" sz="20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16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33" name="PlaceHolder 4"/>
          <p:cNvSpPr>
            <a:spLocks noGrp="1"/>
          </p:cNvSpPr>
          <p:nvPr>
            <p:ph type="dt" idx="6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5"/>
          <p:cNvSpPr>
            <a:spLocks noGrp="1"/>
          </p:cNvSpPr>
          <p:nvPr>
            <p:ph type="ftr" idx="6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5" name="PlaceHolder 6"/>
          <p:cNvSpPr>
            <a:spLocks noGrp="1"/>
          </p:cNvSpPr>
          <p:nvPr>
            <p:ph type="sldNum" idx="6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70C625-C668-47A3-91D4-124880475C97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9f9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zh-CN" sz="3200" spc="-1" strike="noStrike">
                <a:solidFill>
                  <a:schemeClr val="dk1"/>
                </a:solidFill>
                <a:latin typeface="等线 Light"/>
              </a:rPr>
              <a:t>单击此处编辑母版标题样式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Fai clic per modificare il formato del testo della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Secondo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Terzo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Quarto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Quinto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Sesto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it-IT" sz="3200" spc="-1" strike="noStrike">
                <a:solidFill>
                  <a:schemeClr val="dk1"/>
                </a:solidFill>
                <a:latin typeface="等线"/>
              </a:rPr>
              <a:t>Settimo livello struttura</a:t>
            </a:r>
            <a:endParaRPr b="0" lang="it-IT" sz="32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zh-CN" sz="1600" spc="-1" strike="noStrike">
                <a:solidFill>
                  <a:schemeClr val="dk1"/>
                </a:solidFill>
                <a:latin typeface="等线"/>
              </a:rPr>
              <a:t>单击此处编辑母版文本样式</a:t>
            </a:r>
            <a:endParaRPr b="0" lang="it-IT" sz="1600" spc="-1" strike="noStrike">
              <a:solidFill>
                <a:schemeClr val="dk1"/>
              </a:solidFill>
              <a:latin typeface="等线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dt" idx="6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&lt;data/ora&gt;</a:t>
            </a:r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 type="ftr" idx="6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it-IT" sz="1400" spc="-1" strike="noStrike">
                <a:solidFill>
                  <a:srgbClr val="000000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b="0" lang="it-IT" sz="1400" spc="-1" strike="noStrike">
                <a:solidFill>
                  <a:srgbClr val="000000"/>
                </a:solidFill>
                <a:latin typeface="Calibri"/>
              </a:rPr>
              <a:t>&lt;piè di pagina&gt;</a:t>
            </a:r>
            <a:endParaRPr b="0" lang="it-IT" sz="1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6"/>
          <p:cNvSpPr>
            <a:spLocks noGrp="1"/>
          </p:cNvSpPr>
          <p:nvPr>
            <p:ph type="sldNum" idx="6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96FA32-0A74-4899-888E-EB6C0C60961D}" type="slidenum">
              <a:rPr b="0" lang="it-IT" sz="1200" spc="-1" strike="noStrike">
                <a:solidFill>
                  <a:schemeClr val="dk1">
                    <a:tint val="75000"/>
                  </a:schemeClr>
                </a:solidFill>
                <a:latin typeface="等线"/>
              </a:rPr>
              <a:t>&lt;numero&gt;</a:t>
            </a:fld>
            <a:endParaRPr b="0" lang="it-IT" sz="1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3.png"/><Relationship Id="rId8" Type="http://schemas.openxmlformats.org/officeDocument/2006/relationships/image" Target="../media/image3.png"/><Relationship Id="rId9" Type="http://schemas.openxmlformats.org/officeDocument/2006/relationships/slideLayout" Target="../slideLayouts/slideLayout15.xml"/><Relationship Id="rId10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组合 7"/>
          <p:cNvGrpSpPr/>
          <p:nvPr/>
        </p:nvGrpSpPr>
        <p:grpSpPr>
          <a:xfrm>
            <a:off x="466200" y="2733480"/>
            <a:ext cx="8025480" cy="1419840"/>
            <a:chOff x="466200" y="2733480"/>
            <a:chExt cx="8025480" cy="1419840"/>
          </a:xfrm>
        </p:grpSpPr>
        <p:sp>
          <p:nvSpPr>
            <p:cNvPr id="149" name="文本框 8"/>
            <p:cNvSpPr/>
            <p:nvPr/>
          </p:nvSpPr>
          <p:spPr>
            <a:xfrm>
              <a:off x="466200" y="2733480"/>
              <a:ext cx="8025480" cy="759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de-DE" sz="4400" spc="-1" strike="noStrike">
                  <a:solidFill>
                    <a:srgbClr val="525252"/>
                  </a:solidFill>
                  <a:latin typeface="字魂创粗黑"/>
                  <a:ea typeface="字魂创粗黑"/>
                </a:rPr>
                <a:t>Project U_CAN</a:t>
              </a:r>
              <a:endParaRPr b="0" lang="it-IT" sz="44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0" name="文本框 13"/>
            <p:cNvSpPr/>
            <p:nvPr/>
          </p:nvSpPr>
          <p:spPr>
            <a:xfrm>
              <a:off x="466200" y="3789360"/>
              <a:ext cx="77533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en-US" sz="1800" spc="199" strike="noStrike">
                  <a:solidFill>
                    <a:schemeClr val="lt1">
                      <a:lumMod val="50000"/>
                    </a:schemeClr>
                  </a:solidFill>
                  <a:latin typeface="字魂创粗黑"/>
                  <a:ea typeface="字魂创粗黑"/>
                </a:rPr>
                <a:t>Graphics</a:t>
              </a:r>
              <a:r>
                <a:rPr b="0" lang="en-US" sz="1800" spc="199" strike="noStrike">
                  <a:solidFill>
                    <a:schemeClr val="lt1">
                      <a:lumMod val="50000"/>
                    </a:schemeClr>
                  </a:solidFill>
                  <a:latin typeface="字魂创粗黑"/>
                  <a:ea typeface="字魂创粗黑"/>
                </a:rPr>
                <a:t> an</a:t>
              </a:r>
              <a:r>
                <a:rPr b="0" lang="en-US" sz="1800" spc="199" strike="noStrike">
                  <a:solidFill>
                    <a:schemeClr val="lt1">
                      <a:lumMod val="50000"/>
                    </a:schemeClr>
                  </a:solidFill>
                  <a:latin typeface="字魂创粗黑"/>
                  <a:ea typeface="字魂创粗黑"/>
                </a:rPr>
                <a:t>d Visual Identity </a:t>
              </a:r>
              <a:endParaRPr b="0" lang="it-IT" sz="18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51" name="组合 6"/>
          <p:cNvGrpSpPr/>
          <p:nvPr/>
        </p:nvGrpSpPr>
        <p:grpSpPr>
          <a:xfrm>
            <a:off x="540360" y="4445280"/>
            <a:ext cx="10071360" cy="77040"/>
            <a:chOff x="540360" y="4445280"/>
            <a:chExt cx="10071360" cy="77040"/>
          </a:xfrm>
        </p:grpSpPr>
        <p:cxnSp>
          <p:nvCxnSpPr>
            <p:cNvPr id="152" name="直接连接符 27"/>
            <p:cNvCxnSpPr/>
            <p:nvPr/>
          </p:nvCxnSpPr>
          <p:spPr>
            <a:xfrm flipH="1">
              <a:off x="577080" y="4483440"/>
              <a:ext cx="10035000" cy="360"/>
            </a:xfrm>
            <a:prstGeom prst="straightConnector1">
              <a:avLst/>
            </a:prstGeom>
            <a:ln w="19050">
              <a:solidFill>
                <a:srgbClr val="7b7c7d"/>
              </a:solidFill>
            </a:ln>
          </p:spPr>
        </p:cxnSp>
        <p:sp>
          <p:nvSpPr>
            <p:cNvPr id="153" name="椭圆 5"/>
            <p:cNvSpPr/>
            <p:nvPr/>
          </p:nvSpPr>
          <p:spPr>
            <a:xfrm>
              <a:off x="540360" y="4445280"/>
              <a:ext cx="73080" cy="770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9720" bIns="972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t-IT" sz="1800" spc="-1" strike="noStrike">
                <a:solidFill>
                  <a:schemeClr val="lt1"/>
                </a:solidFill>
                <a:latin typeface="等线"/>
              </a:endParaRPr>
            </a:p>
          </p:txBody>
        </p:sp>
      </p:grpSp>
      <p:cxnSp>
        <p:nvCxnSpPr>
          <p:cNvPr id="154" name="直接连接符 21"/>
          <p:cNvCxnSpPr/>
          <p:nvPr/>
        </p:nvCxnSpPr>
        <p:spPr>
          <a:xfrm flipV="1">
            <a:off x="9044280" y="2250000"/>
            <a:ext cx="360" cy="3330000"/>
          </a:xfrm>
          <a:prstGeom prst="straightConnector1">
            <a:avLst/>
          </a:prstGeom>
          <a:ln w="19050">
            <a:solidFill>
              <a:srgbClr val="7b7c7d"/>
            </a:solidFill>
          </a:ln>
        </p:spPr>
      </p:cxnSp>
      <p:sp>
        <p:nvSpPr>
          <p:cNvPr id="155" name="文本框 30"/>
          <p:cNvSpPr/>
          <p:nvPr/>
        </p:nvSpPr>
        <p:spPr>
          <a:xfrm>
            <a:off x="9108720" y="4795200"/>
            <a:ext cx="308268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50000"/>
              </a:lnSpc>
            </a:pPr>
            <a:r>
              <a:rPr b="0" lang="de-DE" sz="20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字魂58号-创中黑"/>
                <a:ea typeface="字魂58号-创中黑"/>
              </a:rPr>
              <a:t>WM Studio</a:t>
            </a:r>
            <a:endParaRPr b="0" lang="it-IT" sz="20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56" name="Bild 55" descr=""/>
          <p:cNvPicPr/>
          <p:nvPr/>
        </p:nvPicPr>
        <p:blipFill>
          <a:blip r:embed="rId1"/>
          <a:stretch/>
        </p:blipFill>
        <p:spPr>
          <a:xfrm>
            <a:off x="10611720" y="365760"/>
            <a:ext cx="704880" cy="54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组合 3"/>
          <p:cNvGrpSpPr/>
          <p:nvPr/>
        </p:nvGrpSpPr>
        <p:grpSpPr>
          <a:xfrm>
            <a:off x="-1103040" y="2701800"/>
            <a:ext cx="8025480" cy="1449000"/>
            <a:chOff x="-1103040" y="2701800"/>
            <a:chExt cx="8025480" cy="1449000"/>
          </a:xfrm>
        </p:grpSpPr>
        <p:sp>
          <p:nvSpPr>
            <p:cNvPr id="158" name="文本框 4"/>
            <p:cNvSpPr/>
            <p:nvPr/>
          </p:nvSpPr>
          <p:spPr>
            <a:xfrm>
              <a:off x="-1103040" y="2701800"/>
              <a:ext cx="8025480" cy="1004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r>
                <a:rPr b="0" lang="de-DE" sz="6000" spc="-1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Söhne"/>
                </a:rPr>
                <a:t>Variant Analysis</a:t>
              </a:r>
              <a:endParaRPr b="0" lang="it-IT" sz="60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59" name="文本框 5"/>
            <p:cNvSpPr/>
            <p:nvPr/>
          </p:nvSpPr>
          <p:spPr>
            <a:xfrm>
              <a:off x="632160" y="3756240"/>
              <a:ext cx="4554360" cy="394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0" lang="it-IT" sz="2000" spc="199" strike="noStrike">
                  <a:solidFill>
                    <a:schemeClr val="dk1"/>
                  </a:solidFill>
                  <a:latin typeface="字魂创粗黑"/>
                  <a:ea typeface="字魂创粗黑"/>
                </a:rPr>
                <a:t> </a:t>
              </a:r>
              <a:endParaRPr b="0" lang="it-IT" sz="20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60" name="组合 6"/>
          <p:cNvGrpSpPr/>
          <p:nvPr/>
        </p:nvGrpSpPr>
        <p:grpSpPr>
          <a:xfrm>
            <a:off x="540360" y="4444920"/>
            <a:ext cx="5157000" cy="72000"/>
            <a:chOff x="540360" y="4444920"/>
            <a:chExt cx="5157000" cy="72000"/>
          </a:xfrm>
        </p:grpSpPr>
        <p:cxnSp>
          <p:nvCxnSpPr>
            <p:cNvPr id="161" name="直接连接符 7"/>
            <p:cNvCxnSpPr/>
            <p:nvPr/>
          </p:nvCxnSpPr>
          <p:spPr>
            <a:xfrm flipH="1">
              <a:off x="576360" y="4444920"/>
              <a:ext cx="5121360" cy="36360"/>
            </a:xfrm>
            <a:prstGeom prst="straightConnector1">
              <a:avLst/>
            </a:prstGeom>
            <a:ln w="19050">
              <a:solidFill>
                <a:srgbClr val="7b7c7d"/>
              </a:solidFill>
            </a:ln>
          </p:spPr>
        </p:cxnSp>
        <p:sp>
          <p:nvSpPr>
            <p:cNvPr id="162" name="椭圆 8"/>
            <p:cNvSpPr/>
            <p:nvPr/>
          </p:nvSpPr>
          <p:spPr>
            <a:xfrm>
              <a:off x="540360" y="4445280"/>
              <a:ext cx="71640" cy="7164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5760" bIns="576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t-IT" sz="1800" spc="-1" strike="noStrike">
                <a:solidFill>
                  <a:schemeClr val="lt1"/>
                </a:solidFill>
                <a:latin typeface="等线"/>
              </a:endParaRPr>
            </a:p>
          </p:txBody>
        </p:sp>
      </p:grpSp>
      <p:cxnSp>
        <p:nvCxnSpPr>
          <p:cNvPr id="163" name="直接连接符 10"/>
          <p:cNvCxnSpPr/>
          <p:nvPr/>
        </p:nvCxnSpPr>
        <p:spPr>
          <a:xfrm flipV="1">
            <a:off x="5697360" y="0"/>
            <a:ext cx="360" cy="4445280"/>
          </a:xfrm>
          <a:prstGeom prst="straightConnector1">
            <a:avLst/>
          </a:prstGeom>
          <a:ln w="19050">
            <a:solidFill>
              <a:srgbClr val="7b7c7d"/>
            </a:solidFill>
          </a:ln>
        </p:spPr>
      </p:cxnSp>
      <p:cxnSp>
        <p:nvCxnSpPr>
          <p:cNvPr id="164" name="直接连接符 14"/>
          <p:cNvCxnSpPr/>
          <p:nvPr/>
        </p:nvCxnSpPr>
        <p:spPr>
          <a:xfrm flipV="1">
            <a:off x="6095880" y="2479680"/>
            <a:ext cx="360" cy="4445640"/>
          </a:xfrm>
          <a:prstGeom prst="straightConnector1">
            <a:avLst/>
          </a:prstGeom>
          <a:ln w="19050">
            <a:solidFill>
              <a:srgbClr val="7b7c7d"/>
            </a:solidFill>
          </a:ln>
        </p:spPr>
      </p:cxnSp>
      <p:sp>
        <p:nvSpPr>
          <p:cNvPr id="165" name="椭圆 15"/>
          <p:cNvSpPr/>
          <p:nvPr/>
        </p:nvSpPr>
        <p:spPr>
          <a:xfrm>
            <a:off x="6059880" y="2444040"/>
            <a:ext cx="71640" cy="7164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等线"/>
            </a:endParaRPr>
          </a:p>
        </p:txBody>
      </p:sp>
      <p:grpSp>
        <p:nvGrpSpPr>
          <p:cNvPr id="166" name="组合 28"/>
          <p:cNvGrpSpPr/>
          <p:nvPr/>
        </p:nvGrpSpPr>
        <p:grpSpPr>
          <a:xfrm>
            <a:off x="7321320" y="3069720"/>
            <a:ext cx="3816000" cy="1328400"/>
            <a:chOff x="7321320" y="3069720"/>
            <a:chExt cx="3816000" cy="1328400"/>
          </a:xfrm>
        </p:grpSpPr>
        <p:grpSp>
          <p:nvGrpSpPr>
            <p:cNvPr id="167" name="组合 29"/>
            <p:cNvGrpSpPr/>
            <p:nvPr/>
          </p:nvGrpSpPr>
          <p:grpSpPr>
            <a:xfrm>
              <a:off x="7321320" y="3069720"/>
              <a:ext cx="541800" cy="530640"/>
              <a:chOff x="7321320" y="3069720"/>
              <a:chExt cx="541800" cy="530640"/>
            </a:xfrm>
          </p:grpSpPr>
          <p:sp>
            <p:nvSpPr>
              <p:cNvPr id="168" name="矩形: 剪去单角 32"/>
              <p:cNvSpPr/>
              <p:nvPr/>
            </p:nvSpPr>
            <p:spPr>
              <a:xfrm>
                <a:off x="7355520" y="3092760"/>
                <a:ext cx="507600" cy="507600"/>
              </a:xfrm>
              <a:prstGeom prst="snip1Rect">
                <a:avLst>
                  <a:gd name="adj" fmla="val 16667"/>
                </a:avLst>
              </a:prstGeom>
              <a:noFill/>
              <a:ln>
                <a:solidFill>
                  <a:srgbClr val="7b7c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it-IT" sz="1800" spc="-1" strike="noStrike">
                  <a:solidFill>
                    <a:schemeClr val="lt1"/>
                  </a:solidFill>
                  <a:latin typeface="等线"/>
                </a:endParaRPr>
              </a:p>
            </p:txBody>
          </p:sp>
          <p:sp>
            <p:nvSpPr>
              <p:cNvPr id="169" name="矩形: 剪去单角 33"/>
              <p:cNvSpPr/>
              <p:nvPr/>
            </p:nvSpPr>
            <p:spPr>
              <a:xfrm>
                <a:off x="7321320" y="3069720"/>
                <a:ext cx="507600" cy="507600"/>
              </a:xfrm>
              <a:prstGeom prst="snip1Rect">
                <a:avLst>
                  <a:gd name="adj" fmla="val 16667"/>
                </a:avLst>
              </a:prstGeom>
              <a:solidFill>
                <a:srgbClr val="7b7c7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1800" spc="-1" strike="noStrike">
                    <a:solidFill>
                      <a:schemeClr val="lt1"/>
                    </a:solidFill>
                    <a:latin typeface="等线"/>
                  </a:rPr>
                  <a:t>03</a:t>
                </a:r>
                <a:endParaRPr b="0" lang="it-IT" sz="18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sp>
          <p:nvSpPr>
            <p:cNvPr id="170" name="文本框 30"/>
            <p:cNvSpPr/>
            <p:nvPr/>
          </p:nvSpPr>
          <p:spPr>
            <a:xfrm>
              <a:off x="7956360" y="3139200"/>
              <a:ext cx="209196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r>
                <a:rPr b="1" lang="de-DE" sz="2400" spc="199" strike="noStrike">
                  <a:solidFill>
                    <a:schemeClr val="dk1">
                      <a:lumMod val="65000"/>
                      <a:lumOff val="35000"/>
                    </a:schemeClr>
                  </a:solidFill>
                  <a:latin typeface="字魂58号-创中黑"/>
                  <a:ea typeface="字魂58号-创中黑"/>
                </a:rPr>
                <a:t>Variant 3</a:t>
              </a:r>
              <a:endParaRPr b="0" lang="it-IT" sz="24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1" name="文本框 31"/>
            <p:cNvSpPr/>
            <p:nvPr/>
          </p:nvSpPr>
          <p:spPr>
            <a:xfrm>
              <a:off x="7956360" y="3577680"/>
              <a:ext cx="3180960" cy="82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de-DE" sz="1600" spc="-1" strike="noStrike">
                  <a:solidFill>
                    <a:schemeClr val="lt1">
                      <a:lumMod val="50000"/>
                    </a:schemeClr>
                  </a:solidFill>
                  <a:latin typeface="字魂58号-创中黑"/>
                  <a:ea typeface="字魂58号-创中黑"/>
                </a:rPr>
                <a:t>Concretization combining various elements</a:t>
              </a:r>
              <a:endParaRPr b="0" lang="it-IT" sz="16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组合 3"/>
          <p:cNvGrpSpPr/>
          <p:nvPr/>
        </p:nvGrpSpPr>
        <p:grpSpPr>
          <a:xfrm>
            <a:off x="310680" y="938520"/>
            <a:ext cx="5128200" cy="1009440"/>
            <a:chOff x="310680" y="938520"/>
            <a:chExt cx="5128200" cy="1009440"/>
          </a:xfrm>
        </p:grpSpPr>
        <p:grpSp>
          <p:nvGrpSpPr>
            <p:cNvPr id="173" name="组合 4"/>
            <p:cNvGrpSpPr/>
            <p:nvPr/>
          </p:nvGrpSpPr>
          <p:grpSpPr>
            <a:xfrm>
              <a:off x="310680" y="938520"/>
              <a:ext cx="542160" cy="531000"/>
              <a:chOff x="310680" y="938520"/>
              <a:chExt cx="542160" cy="531000"/>
            </a:xfrm>
          </p:grpSpPr>
          <p:sp>
            <p:nvSpPr>
              <p:cNvPr id="174" name="椭圆 7"/>
              <p:cNvSpPr/>
              <p:nvPr/>
            </p:nvSpPr>
            <p:spPr>
              <a:xfrm>
                <a:off x="345240" y="961920"/>
                <a:ext cx="507600" cy="507600"/>
              </a:xfrm>
              <a:prstGeom prst="ellipse">
                <a:avLst/>
              </a:prstGeom>
              <a:noFill/>
              <a:ln>
                <a:solidFill>
                  <a:srgbClr val="7b7c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it-IT" sz="1800" spc="-1" strike="noStrike">
                  <a:solidFill>
                    <a:schemeClr val="lt1"/>
                  </a:solidFill>
                  <a:latin typeface="等线"/>
                </a:endParaRPr>
              </a:p>
            </p:txBody>
          </p:sp>
          <p:sp>
            <p:nvSpPr>
              <p:cNvPr id="175" name="椭圆 8"/>
              <p:cNvSpPr/>
              <p:nvPr/>
            </p:nvSpPr>
            <p:spPr>
              <a:xfrm>
                <a:off x="310680" y="938520"/>
                <a:ext cx="507600" cy="507600"/>
              </a:xfrm>
              <a:prstGeom prst="ellipse">
                <a:avLst/>
              </a:prstGeom>
              <a:solidFill>
                <a:srgbClr val="7b7c7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1200" spc="-1" strike="noStrike">
                    <a:solidFill>
                      <a:schemeClr val="lt1"/>
                    </a:solidFill>
                    <a:latin typeface="等线"/>
                  </a:rPr>
                  <a:t>01</a:t>
                </a:r>
                <a:endParaRPr b="0" lang="it-IT" sz="12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sp>
          <p:nvSpPr>
            <p:cNvPr id="176" name="文本框 5"/>
            <p:cNvSpPr/>
            <p:nvPr/>
          </p:nvSpPr>
          <p:spPr>
            <a:xfrm>
              <a:off x="1258560" y="1008000"/>
              <a:ext cx="1763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de-DE" sz="2400" spc="199" strike="noStrike">
                  <a:solidFill>
                    <a:schemeClr val="dk1"/>
                  </a:solidFill>
                  <a:latin typeface="字魂58号-创中黑"/>
                  <a:ea typeface="字魂58号-创中黑"/>
                </a:rPr>
                <a:t>Variant 3</a:t>
              </a:r>
              <a:endParaRPr b="0" lang="it-IT" sz="24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77" name="文本框 6"/>
            <p:cNvSpPr/>
            <p:nvPr/>
          </p:nvSpPr>
          <p:spPr>
            <a:xfrm>
              <a:off x="310680" y="1492920"/>
              <a:ext cx="51282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de-DE" sz="1600" spc="-1" strike="noStrike">
                  <a:solidFill>
                    <a:schemeClr val="dk1"/>
                  </a:solidFill>
                  <a:latin typeface="字魂58号-创中黑"/>
                  <a:ea typeface="字魂58号-创中黑"/>
                </a:rPr>
                <a:t> </a:t>
              </a:r>
              <a:endParaRPr b="0" lang="it-IT" sz="16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78" name="组合 11"/>
          <p:cNvGrpSpPr/>
          <p:nvPr/>
        </p:nvGrpSpPr>
        <p:grpSpPr>
          <a:xfrm>
            <a:off x="11118240" y="0"/>
            <a:ext cx="345960" cy="4444920"/>
            <a:chOff x="11118240" y="0"/>
            <a:chExt cx="345960" cy="4444920"/>
          </a:xfrm>
        </p:grpSpPr>
        <p:cxnSp>
          <p:nvCxnSpPr>
            <p:cNvPr id="179" name="直接连接符 9"/>
            <p:cNvCxnSpPr/>
            <p:nvPr/>
          </p:nvCxnSpPr>
          <p:spPr>
            <a:xfrm flipV="1">
              <a:off x="11291040" y="0"/>
              <a:ext cx="360" cy="4445280"/>
            </a:xfrm>
            <a:prstGeom prst="straightConnector1">
              <a:avLst/>
            </a:prstGeom>
            <a:ln w="19050">
              <a:solidFill>
                <a:srgbClr val="7b7c7d"/>
              </a:solidFill>
            </a:ln>
          </p:spPr>
        </p:cxnSp>
        <p:sp>
          <p:nvSpPr>
            <p:cNvPr id="180" name="椭圆 10"/>
            <p:cNvSpPr/>
            <p:nvPr/>
          </p:nvSpPr>
          <p:spPr>
            <a:xfrm>
              <a:off x="11118240" y="3784320"/>
              <a:ext cx="345960" cy="3459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t-IT" sz="1800" spc="-1" strike="noStrike">
                <a:solidFill>
                  <a:schemeClr val="lt1"/>
                </a:solidFill>
                <a:latin typeface="等线"/>
              </a:endParaRPr>
            </a:p>
          </p:txBody>
        </p:sp>
      </p:grpSp>
      <p:grpSp>
        <p:nvGrpSpPr>
          <p:cNvPr id="181" name="组合 12"/>
          <p:cNvGrpSpPr/>
          <p:nvPr/>
        </p:nvGrpSpPr>
        <p:grpSpPr>
          <a:xfrm>
            <a:off x="4166280" y="4943880"/>
            <a:ext cx="8025480" cy="1454040"/>
            <a:chOff x="4166280" y="4943880"/>
            <a:chExt cx="8025480" cy="1454040"/>
          </a:xfrm>
        </p:grpSpPr>
        <p:sp>
          <p:nvSpPr>
            <p:cNvPr id="182" name="文本框 13"/>
            <p:cNvSpPr/>
            <p:nvPr/>
          </p:nvSpPr>
          <p:spPr>
            <a:xfrm>
              <a:off x="4166280" y="4943880"/>
              <a:ext cx="8025480" cy="101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endParaRPr b="0" lang="it-IT" sz="6000" spc="-1" strike="noStrike">
                <a:solidFill>
                  <a:schemeClr val="dk1"/>
                </a:solidFill>
                <a:latin typeface="字魂创粗黑"/>
                <a:ea typeface="字魂创粗黑"/>
              </a:endParaRPr>
            </a:p>
          </p:txBody>
        </p:sp>
        <p:sp>
          <p:nvSpPr>
            <p:cNvPr id="183" name="文本框 14"/>
            <p:cNvSpPr/>
            <p:nvPr/>
          </p:nvSpPr>
          <p:spPr>
            <a:xfrm>
              <a:off x="5901840" y="5998320"/>
              <a:ext cx="455436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endParaRPr b="0" lang="it-IT" sz="2000" spc="199" strike="noStrike">
                <a:solidFill>
                  <a:schemeClr val="dk1"/>
                </a:solidFill>
                <a:latin typeface="字魂创粗黑"/>
                <a:ea typeface="字魂创粗黑"/>
              </a:endParaRPr>
            </a:p>
          </p:txBody>
        </p:sp>
      </p:grpSp>
      <p:sp>
        <p:nvSpPr>
          <p:cNvPr id="184" name="Textfeld 17"/>
          <p:cNvSpPr/>
          <p:nvPr/>
        </p:nvSpPr>
        <p:spPr>
          <a:xfrm>
            <a:off x="8051760" y="827640"/>
            <a:ext cx="3238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50000"/>
              </a:lnSpc>
            </a:pPr>
            <a:r>
              <a:rPr b="0" lang="de-DE" sz="1800" spc="-1" strike="noStrike">
                <a:solidFill>
                  <a:schemeClr val="lt1">
                    <a:lumMod val="50000"/>
                  </a:schemeClr>
                </a:solidFill>
                <a:latin typeface="字魂58号-创中黑"/>
                <a:ea typeface="字魂58号-创中黑"/>
              </a:rPr>
              <a:t>Concretization combining various elements</a:t>
            </a:r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85" name="Grafik 15" descr=""/>
          <p:cNvPicPr/>
          <p:nvPr/>
        </p:nvPicPr>
        <p:blipFill>
          <a:blip r:embed="rId1"/>
          <a:stretch/>
        </p:blipFill>
        <p:spPr>
          <a:xfrm>
            <a:off x="2621160" y="1725120"/>
            <a:ext cx="5636520" cy="357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组合 3"/>
          <p:cNvGrpSpPr/>
          <p:nvPr/>
        </p:nvGrpSpPr>
        <p:grpSpPr>
          <a:xfrm>
            <a:off x="310680" y="938520"/>
            <a:ext cx="5128200" cy="1009440"/>
            <a:chOff x="310680" y="938520"/>
            <a:chExt cx="5128200" cy="1009440"/>
          </a:xfrm>
        </p:grpSpPr>
        <p:grpSp>
          <p:nvGrpSpPr>
            <p:cNvPr id="187" name="组合 4"/>
            <p:cNvGrpSpPr/>
            <p:nvPr/>
          </p:nvGrpSpPr>
          <p:grpSpPr>
            <a:xfrm>
              <a:off x="310680" y="938520"/>
              <a:ext cx="542160" cy="531000"/>
              <a:chOff x="310680" y="938520"/>
              <a:chExt cx="542160" cy="531000"/>
            </a:xfrm>
          </p:grpSpPr>
          <p:sp>
            <p:nvSpPr>
              <p:cNvPr id="188" name="椭圆 7"/>
              <p:cNvSpPr/>
              <p:nvPr/>
            </p:nvSpPr>
            <p:spPr>
              <a:xfrm>
                <a:off x="345240" y="961920"/>
                <a:ext cx="507600" cy="507600"/>
              </a:xfrm>
              <a:prstGeom prst="ellipse">
                <a:avLst/>
              </a:prstGeom>
              <a:noFill/>
              <a:ln>
                <a:solidFill>
                  <a:srgbClr val="7b7c7d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endParaRPr b="0" lang="it-IT" sz="1800" spc="-1" strike="noStrike">
                  <a:solidFill>
                    <a:schemeClr val="lt1"/>
                  </a:solidFill>
                  <a:latin typeface="等线"/>
                </a:endParaRPr>
              </a:p>
            </p:txBody>
          </p:sp>
          <p:sp>
            <p:nvSpPr>
              <p:cNvPr id="189" name="椭圆 8"/>
              <p:cNvSpPr/>
              <p:nvPr/>
            </p:nvSpPr>
            <p:spPr>
              <a:xfrm>
                <a:off x="310680" y="938520"/>
                <a:ext cx="507600" cy="507600"/>
              </a:xfrm>
              <a:prstGeom prst="ellipse">
                <a:avLst/>
              </a:prstGeom>
              <a:solidFill>
                <a:srgbClr val="7b7c7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rIns="90000" tIns="45000" bIns="45000" anchor="ctr">
                <a:noAutofit/>
              </a:bodyPr>
              <a:p>
                <a:pPr algn="ctr" defTabSz="914400">
                  <a:lnSpc>
                    <a:spcPct val="100000"/>
                  </a:lnSpc>
                </a:pPr>
                <a:r>
                  <a:rPr b="0" lang="en-US" sz="1200" spc="-1" strike="noStrike">
                    <a:solidFill>
                      <a:schemeClr val="lt1"/>
                    </a:solidFill>
                    <a:latin typeface="等线"/>
                  </a:rPr>
                  <a:t>01</a:t>
                </a:r>
                <a:endParaRPr b="0" lang="it-IT" sz="1200" spc="-1" strike="noStrike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sp>
          <p:nvSpPr>
            <p:cNvPr id="190" name="文本框 5"/>
            <p:cNvSpPr/>
            <p:nvPr/>
          </p:nvSpPr>
          <p:spPr>
            <a:xfrm>
              <a:off x="1258560" y="1008000"/>
              <a:ext cx="1763280" cy="455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 algn="r" defTabSz="914400">
                <a:lnSpc>
                  <a:spcPct val="100000"/>
                </a:lnSpc>
              </a:pPr>
              <a:r>
                <a:rPr b="1" lang="de-DE" sz="2400" spc="199" strike="noStrike">
                  <a:solidFill>
                    <a:schemeClr val="dk1"/>
                  </a:solidFill>
                  <a:latin typeface="字魂58号-创中黑"/>
                  <a:ea typeface="字魂58号-创中黑"/>
                </a:rPr>
                <a:t>Variant 3</a:t>
              </a:r>
              <a:endParaRPr b="0" lang="it-IT" sz="2400" spc="-1" strike="noStrike">
                <a:solidFill>
                  <a:srgbClr val="000000"/>
                </a:solidFill>
                <a:latin typeface="Calibri"/>
              </a:endParaRPr>
            </a:p>
          </p:txBody>
        </p:sp>
        <p:sp>
          <p:nvSpPr>
            <p:cNvPr id="191" name="文本框 6"/>
            <p:cNvSpPr/>
            <p:nvPr/>
          </p:nvSpPr>
          <p:spPr>
            <a:xfrm>
              <a:off x="310680" y="1492920"/>
              <a:ext cx="5128200" cy="455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50000"/>
                </a:lnSpc>
              </a:pPr>
              <a:r>
                <a:rPr b="0" lang="de-DE" sz="1600" spc="-1" strike="noStrike">
                  <a:solidFill>
                    <a:schemeClr val="dk1"/>
                  </a:solidFill>
                  <a:latin typeface="字魂58号-创中黑"/>
                  <a:ea typeface="字魂58号-创中黑"/>
                </a:rPr>
                <a:t> </a:t>
              </a:r>
              <a:endParaRPr b="0" lang="it-IT" sz="1600" spc="-1" strike="noStrike">
                <a:solidFill>
                  <a:srgbClr val="000000"/>
                </a:solidFill>
                <a:latin typeface="Calibri"/>
              </a:endParaRPr>
            </a:p>
          </p:txBody>
        </p:sp>
      </p:grpSp>
      <p:grpSp>
        <p:nvGrpSpPr>
          <p:cNvPr id="192" name="组合 11"/>
          <p:cNvGrpSpPr/>
          <p:nvPr/>
        </p:nvGrpSpPr>
        <p:grpSpPr>
          <a:xfrm>
            <a:off x="11118240" y="0"/>
            <a:ext cx="345960" cy="4444920"/>
            <a:chOff x="11118240" y="0"/>
            <a:chExt cx="345960" cy="4444920"/>
          </a:xfrm>
        </p:grpSpPr>
        <p:cxnSp>
          <p:nvCxnSpPr>
            <p:cNvPr id="193" name="直接连接符 9"/>
            <p:cNvCxnSpPr/>
            <p:nvPr/>
          </p:nvCxnSpPr>
          <p:spPr>
            <a:xfrm flipV="1">
              <a:off x="11291040" y="0"/>
              <a:ext cx="360" cy="4445280"/>
            </a:xfrm>
            <a:prstGeom prst="straightConnector1">
              <a:avLst/>
            </a:prstGeom>
            <a:ln w="19050">
              <a:solidFill>
                <a:srgbClr val="7b7c7d"/>
              </a:solidFill>
            </a:ln>
          </p:spPr>
        </p:cxnSp>
        <p:sp>
          <p:nvSpPr>
            <p:cNvPr id="194" name="椭圆 10"/>
            <p:cNvSpPr/>
            <p:nvPr/>
          </p:nvSpPr>
          <p:spPr>
            <a:xfrm>
              <a:off x="11118240" y="3784320"/>
              <a:ext cx="345960" cy="3459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t-IT" sz="1800" spc="-1" strike="noStrike">
                <a:solidFill>
                  <a:schemeClr val="lt1"/>
                </a:solidFill>
                <a:latin typeface="等线"/>
              </a:endParaRPr>
            </a:p>
          </p:txBody>
        </p:sp>
      </p:grpSp>
      <p:grpSp>
        <p:nvGrpSpPr>
          <p:cNvPr id="195" name="组合 12"/>
          <p:cNvGrpSpPr/>
          <p:nvPr/>
        </p:nvGrpSpPr>
        <p:grpSpPr>
          <a:xfrm>
            <a:off x="4166280" y="4943880"/>
            <a:ext cx="8025480" cy="1454040"/>
            <a:chOff x="4166280" y="4943880"/>
            <a:chExt cx="8025480" cy="1454040"/>
          </a:xfrm>
        </p:grpSpPr>
        <p:sp>
          <p:nvSpPr>
            <p:cNvPr id="196" name="文本框 13"/>
            <p:cNvSpPr/>
            <p:nvPr/>
          </p:nvSpPr>
          <p:spPr>
            <a:xfrm>
              <a:off x="4166280" y="4943880"/>
              <a:ext cx="8025480" cy="101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</a:pPr>
              <a:endParaRPr b="0" lang="it-IT" sz="6000" spc="-1" strike="noStrike">
                <a:solidFill>
                  <a:schemeClr val="dk1"/>
                </a:solidFill>
                <a:latin typeface="字魂创粗黑"/>
                <a:ea typeface="字魂创粗黑"/>
              </a:endParaRPr>
            </a:p>
          </p:txBody>
        </p:sp>
        <p:sp>
          <p:nvSpPr>
            <p:cNvPr id="197" name="文本框 14"/>
            <p:cNvSpPr/>
            <p:nvPr/>
          </p:nvSpPr>
          <p:spPr>
            <a:xfrm>
              <a:off x="5901840" y="5998320"/>
              <a:ext cx="4554360" cy="399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</a:pPr>
              <a:endParaRPr b="0" lang="it-IT" sz="2000" spc="199" strike="noStrike">
                <a:solidFill>
                  <a:schemeClr val="dk1"/>
                </a:solidFill>
                <a:latin typeface="字魂创粗黑"/>
                <a:ea typeface="字魂创粗黑"/>
              </a:endParaRPr>
            </a:p>
          </p:txBody>
        </p:sp>
      </p:grpSp>
      <p:sp>
        <p:nvSpPr>
          <p:cNvPr id="198" name="Textfeld 17"/>
          <p:cNvSpPr/>
          <p:nvPr/>
        </p:nvSpPr>
        <p:spPr>
          <a:xfrm>
            <a:off x="8051760" y="827640"/>
            <a:ext cx="323892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50000"/>
              </a:lnSpc>
            </a:pPr>
            <a:r>
              <a:rPr b="0" lang="de-DE" sz="1800" spc="-1" strike="noStrike">
                <a:solidFill>
                  <a:schemeClr val="lt1">
                    <a:lumMod val="50000"/>
                  </a:schemeClr>
                </a:solidFill>
                <a:latin typeface="字魂58号-创中黑"/>
                <a:ea typeface="字魂58号-创中黑"/>
              </a:rPr>
              <a:t>Black / White</a:t>
            </a:r>
            <a:endParaRPr b="0" lang="it-IT" sz="18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99" name="Grafik 1" descr=""/>
          <p:cNvPicPr/>
          <p:nvPr/>
        </p:nvPicPr>
        <p:blipFill>
          <a:blip r:embed="rId1"/>
          <a:stretch/>
        </p:blipFill>
        <p:spPr>
          <a:xfrm>
            <a:off x="2621160" y="1725120"/>
            <a:ext cx="5636520" cy="357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组合 6"/>
          <p:cNvGrpSpPr/>
          <p:nvPr/>
        </p:nvGrpSpPr>
        <p:grpSpPr>
          <a:xfrm>
            <a:off x="3985560" y="0"/>
            <a:ext cx="4313160" cy="6857640"/>
            <a:chOff x="3985560" y="0"/>
            <a:chExt cx="4313160" cy="6857640"/>
          </a:xfrm>
        </p:grpSpPr>
        <p:pic>
          <p:nvPicPr>
            <p:cNvPr id="201" name="图片 4" descr=""/>
            <p:cNvPicPr/>
            <p:nvPr/>
          </p:nvPicPr>
          <p:blipFill>
            <a:blip r:embed="rId1"/>
            <a:stretch/>
          </p:blipFill>
          <p:spPr>
            <a:xfrm>
              <a:off x="3985560" y="0"/>
              <a:ext cx="4313160" cy="6857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2" name="矩形 5"/>
            <p:cNvSpPr/>
            <p:nvPr/>
          </p:nvSpPr>
          <p:spPr>
            <a:xfrm>
              <a:off x="3985560" y="0"/>
              <a:ext cx="4313160" cy="6857640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t-IT" sz="1800" spc="-1" strike="noStrike">
                <a:solidFill>
                  <a:schemeClr val="lt1"/>
                </a:solidFill>
                <a:latin typeface="等线"/>
              </a:endParaRPr>
            </a:p>
          </p:txBody>
        </p:sp>
      </p:grpSp>
      <p:grpSp>
        <p:nvGrpSpPr>
          <p:cNvPr id="203" name="组合 6"/>
          <p:cNvGrpSpPr/>
          <p:nvPr/>
        </p:nvGrpSpPr>
        <p:grpSpPr>
          <a:xfrm>
            <a:off x="8299080" y="0"/>
            <a:ext cx="3892320" cy="6857640"/>
            <a:chOff x="8299080" y="0"/>
            <a:chExt cx="3892320" cy="6857640"/>
          </a:xfrm>
        </p:grpSpPr>
        <p:pic>
          <p:nvPicPr>
            <p:cNvPr id="204" name="图片 4" descr=""/>
            <p:cNvPicPr/>
            <p:nvPr/>
          </p:nvPicPr>
          <p:blipFill>
            <a:blip r:embed="rId2"/>
            <a:stretch/>
          </p:blipFill>
          <p:spPr>
            <a:xfrm>
              <a:off x="8299080" y="0"/>
              <a:ext cx="3892320" cy="6857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5" name="矩形 5"/>
            <p:cNvSpPr/>
            <p:nvPr/>
          </p:nvSpPr>
          <p:spPr>
            <a:xfrm>
              <a:off x="8299080" y="0"/>
              <a:ext cx="3892320" cy="685764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t-IT" sz="18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等线"/>
              </a:endParaRPr>
            </a:p>
          </p:txBody>
        </p:sp>
      </p:grpSp>
      <p:grpSp>
        <p:nvGrpSpPr>
          <p:cNvPr id="206" name="组合 13"/>
          <p:cNvGrpSpPr/>
          <p:nvPr/>
        </p:nvGrpSpPr>
        <p:grpSpPr>
          <a:xfrm>
            <a:off x="-360" y="726840"/>
            <a:ext cx="12191760" cy="345960"/>
            <a:chOff x="-360" y="726840"/>
            <a:chExt cx="12191760" cy="345960"/>
          </a:xfrm>
        </p:grpSpPr>
        <p:cxnSp>
          <p:nvCxnSpPr>
            <p:cNvPr id="207" name="直接连接符 14"/>
            <p:cNvCxnSpPr/>
            <p:nvPr/>
          </p:nvCxnSpPr>
          <p:spPr>
            <a:xfrm flipH="1">
              <a:off x="-360" y="899640"/>
              <a:ext cx="12192120" cy="360"/>
            </a:xfrm>
            <a:prstGeom prst="straightConnector1">
              <a:avLst/>
            </a:prstGeom>
            <a:ln w="19050">
              <a:solidFill>
                <a:srgbClr val="7b7c7d"/>
              </a:solidFill>
            </a:ln>
          </p:spPr>
        </p:cxnSp>
        <p:sp>
          <p:nvSpPr>
            <p:cNvPr id="208" name="椭圆 15"/>
            <p:cNvSpPr/>
            <p:nvPr/>
          </p:nvSpPr>
          <p:spPr>
            <a:xfrm rot="16200000">
              <a:off x="5922360" y="726840"/>
              <a:ext cx="345960" cy="34596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914400">
                <a:lnSpc>
                  <a:spcPct val="100000"/>
                </a:lnSpc>
              </a:pPr>
              <a:endParaRPr b="0" lang="it-IT" sz="1800" spc="-1" strike="noStrike">
                <a:solidFill>
                  <a:schemeClr val="lt1"/>
                </a:solidFill>
                <a:latin typeface="等线"/>
              </a:endParaRPr>
            </a:p>
          </p:txBody>
        </p:sp>
      </p:grpSp>
      <p:pic>
        <p:nvPicPr>
          <p:cNvPr id="209" name="Grafik 7" descr=""/>
          <p:cNvPicPr/>
          <p:nvPr/>
        </p:nvPicPr>
        <p:blipFill>
          <a:blip r:embed="rId3"/>
          <a:stretch/>
        </p:blipFill>
        <p:spPr>
          <a:xfrm>
            <a:off x="581400" y="1636560"/>
            <a:ext cx="2657880" cy="1686960"/>
          </a:xfrm>
          <a:prstGeom prst="rect">
            <a:avLst/>
          </a:prstGeom>
          <a:ln w="0">
            <a:noFill/>
          </a:ln>
        </p:spPr>
      </p:pic>
      <p:pic>
        <p:nvPicPr>
          <p:cNvPr id="210" name="Grafik 8" descr=""/>
          <p:cNvPicPr/>
          <p:nvPr/>
        </p:nvPicPr>
        <p:blipFill>
          <a:blip r:embed="rId4"/>
          <a:stretch/>
        </p:blipFill>
        <p:spPr>
          <a:xfrm>
            <a:off x="4766760" y="1799640"/>
            <a:ext cx="2657880" cy="1686960"/>
          </a:xfrm>
          <a:prstGeom prst="rect">
            <a:avLst/>
          </a:prstGeom>
          <a:ln w="0">
            <a:noFill/>
          </a:ln>
        </p:spPr>
      </p:pic>
      <p:pic>
        <p:nvPicPr>
          <p:cNvPr id="211" name="Grafik 9" descr=""/>
          <p:cNvPicPr/>
          <p:nvPr/>
        </p:nvPicPr>
        <p:blipFill>
          <a:blip r:embed="rId5"/>
          <a:stretch/>
        </p:blipFill>
        <p:spPr>
          <a:xfrm>
            <a:off x="8916120" y="1799640"/>
            <a:ext cx="2657880" cy="1686960"/>
          </a:xfrm>
          <a:prstGeom prst="rect">
            <a:avLst/>
          </a:prstGeom>
          <a:ln w="0">
            <a:noFill/>
          </a:ln>
        </p:spPr>
      </p:pic>
      <p:pic>
        <p:nvPicPr>
          <p:cNvPr id="212" name="Grafik 17" descr=""/>
          <p:cNvPicPr/>
          <p:nvPr/>
        </p:nvPicPr>
        <p:blipFill>
          <a:blip r:embed="rId6"/>
          <a:stretch/>
        </p:blipFill>
        <p:spPr>
          <a:xfrm>
            <a:off x="581400" y="4322520"/>
            <a:ext cx="2657880" cy="1686960"/>
          </a:xfrm>
          <a:prstGeom prst="rect">
            <a:avLst/>
          </a:prstGeom>
          <a:ln w="0">
            <a:noFill/>
          </a:ln>
        </p:spPr>
      </p:pic>
      <p:pic>
        <p:nvPicPr>
          <p:cNvPr id="213" name="Grafik 20" descr=""/>
          <p:cNvPicPr/>
          <p:nvPr/>
        </p:nvPicPr>
        <p:blipFill>
          <a:blip r:embed="rId7"/>
          <a:stretch/>
        </p:blipFill>
        <p:spPr>
          <a:xfrm>
            <a:off x="4766400" y="4322520"/>
            <a:ext cx="2657880" cy="1686960"/>
          </a:xfrm>
          <a:prstGeom prst="rect">
            <a:avLst/>
          </a:prstGeom>
          <a:ln w="0">
            <a:noFill/>
          </a:ln>
        </p:spPr>
      </p:pic>
      <p:pic>
        <p:nvPicPr>
          <p:cNvPr id="214" name="Grafik 22" descr=""/>
          <p:cNvPicPr/>
          <p:nvPr/>
        </p:nvPicPr>
        <p:blipFill>
          <a:blip r:embed="rId8"/>
          <a:stretch/>
        </p:blipFill>
        <p:spPr>
          <a:xfrm>
            <a:off x="8916120" y="4322520"/>
            <a:ext cx="2657880" cy="1686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矩形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>
              <a:lumMod val="75000"/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it-IT" sz="1800" spc="-1" strike="noStrike">
              <a:solidFill>
                <a:schemeClr val="lt1"/>
              </a:solidFill>
              <a:latin typeface="等线"/>
            </a:endParaRPr>
          </a:p>
        </p:txBody>
      </p:sp>
      <p:sp>
        <p:nvSpPr>
          <p:cNvPr id="216" name="文本框 4"/>
          <p:cNvSpPr/>
          <p:nvPr/>
        </p:nvSpPr>
        <p:spPr>
          <a:xfrm>
            <a:off x="3066840" y="3114000"/>
            <a:ext cx="631152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US" sz="2000" spc="-1" strike="noStrike">
                <a:solidFill>
                  <a:schemeClr val="dk1">
                    <a:lumMod val="65000"/>
                    <a:lumOff val="35000"/>
                  </a:schemeClr>
                </a:solidFill>
                <a:latin typeface="字魂58号-创中黑"/>
                <a:ea typeface="字魂58号-创中黑"/>
              </a:rPr>
              <a:t>THANKS FOR WATCHING</a:t>
            </a:r>
            <a:endParaRPr b="0" lang="it-IT" sz="20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217" name="组合 9"/>
          <p:cNvGrpSpPr/>
          <p:nvPr/>
        </p:nvGrpSpPr>
        <p:grpSpPr>
          <a:xfrm>
            <a:off x="9619920" y="325440"/>
            <a:ext cx="1368360" cy="1614240"/>
            <a:chOff x="9619920" y="325440"/>
            <a:chExt cx="1368360" cy="1614240"/>
          </a:xfrm>
        </p:grpSpPr>
        <p:cxnSp>
          <p:nvCxnSpPr>
            <p:cNvPr id="218" name="直接连接符 10"/>
            <p:cNvCxnSpPr/>
            <p:nvPr/>
          </p:nvCxnSpPr>
          <p:spPr>
            <a:xfrm flipH="1">
              <a:off x="9619920" y="325440"/>
              <a:ext cx="1368720" cy="1614600"/>
            </a:xfrm>
            <a:prstGeom prst="straightConnector1">
              <a:avLst/>
            </a:prstGeom>
            <a:ln w="28575">
              <a:solidFill>
                <a:srgbClr val="7b7c7d"/>
              </a:solidFill>
            </a:ln>
          </p:spPr>
        </p:cxnSp>
        <p:cxnSp>
          <p:nvCxnSpPr>
            <p:cNvPr id="219" name="直接连接符 11"/>
            <p:cNvCxnSpPr/>
            <p:nvPr/>
          </p:nvCxnSpPr>
          <p:spPr>
            <a:xfrm flipH="1">
              <a:off x="9622800" y="660240"/>
              <a:ext cx="551160" cy="649800"/>
            </a:xfrm>
            <a:prstGeom prst="straightConnector1">
              <a:avLst/>
            </a:prstGeom>
            <a:ln w="28575">
              <a:solidFill>
                <a:srgbClr val="7b7c7d"/>
              </a:solidFill>
            </a:ln>
          </p:spPr>
        </p:cxnSp>
      </p:grpSp>
      <p:grpSp>
        <p:nvGrpSpPr>
          <p:cNvPr id="220" name="组合 12"/>
          <p:cNvGrpSpPr/>
          <p:nvPr/>
        </p:nvGrpSpPr>
        <p:grpSpPr>
          <a:xfrm>
            <a:off x="961920" y="4025880"/>
            <a:ext cx="1368360" cy="1614600"/>
            <a:chOff x="961920" y="4025880"/>
            <a:chExt cx="1368360" cy="1614600"/>
          </a:xfrm>
        </p:grpSpPr>
        <p:cxnSp>
          <p:nvCxnSpPr>
            <p:cNvPr id="221" name="直接连接符 13"/>
            <p:cNvCxnSpPr/>
            <p:nvPr/>
          </p:nvCxnSpPr>
          <p:spPr>
            <a:xfrm flipH="1">
              <a:off x="961920" y="4025880"/>
              <a:ext cx="1368720" cy="1614960"/>
            </a:xfrm>
            <a:prstGeom prst="straightConnector1">
              <a:avLst/>
            </a:prstGeom>
            <a:ln w="28575">
              <a:solidFill>
                <a:srgbClr val="7b7c7d"/>
              </a:solidFill>
            </a:ln>
          </p:spPr>
        </p:cxnSp>
        <p:cxnSp>
          <p:nvCxnSpPr>
            <p:cNvPr id="222" name="直接连接符 16"/>
            <p:cNvCxnSpPr/>
            <p:nvPr/>
          </p:nvCxnSpPr>
          <p:spPr>
            <a:xfrm flipH="1">
              <a:off x="965160" y="4360680"/>
              <a:ext cx="550800" cy="650160"/>
            </a:xfrm>
            <a:prstGeom prst="straightConnector1">
              <a:avLst/>
            </a:prstGeom>
            <a:ln w="28575">
              <a:solidFill>
                <a:srgbClr val="7b7c7d"/>
              </a:solidFill>
            </a:ln>
          </p:spPr>
        </p:cxnSp>
      </p:grp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自定义设计方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 pitchFamily="0" charset="1"/>
        <a:ea typeface=""/>
        <a:cs typeface=""/>
      </a:majorFont>
      <a:minorFont>
        <a:latin typeface="等线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Collabora_Office/23.05.9.2$Linux_X86_64 LibreOffice_project/3f7a66d69aa47b63b3247266ebf706d63e92b50b</Application>
  <AppVersion>15.0000</AppVersion>
  <Words>40</Words>
  <Paragraphs>19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2020-11-07T02:14:39Z</dcterms:created>
  <dc:creator>何川</dc:creator>
  <dc:description/>
  <dc:language>it-IT</dc:language>
  <cp:lastModifiedBy/>
  <dcterms:modified xsi:type="dcterms:W3CDTF">2024-07-25T15:47:39Z</dcterms:modified>
  <cp:revision>418</cp:revision>
  <dc:subject/>
  <dc:title>PowerPoint 演示文稿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</vt:i4>
  </property>
  <property fmtid="{D5CDD505-2E9C-101B-9397-08002B2CF9AE}" pid="3" name="PresentationFormat">
    <vt:lpwstr>Breitbild</vt:lpwstr>
  </property>
  <property fmtid="{D5CDD505-2E9C-101B-9397-08002B2CF9AE}" pid="4" name="Slides">
    <vt:i4>6</vt:i4>
  </property>
</Properties>
</file>